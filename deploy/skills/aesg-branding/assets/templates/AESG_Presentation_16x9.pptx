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C824814-FA26-470A-BD65-38B35A61B33F}">
  <a:tblStyle styleId="{4C824814-FA26-470A-BD65-38B35A61B33F}" styleName="Table_0">
    <a:wholeTbl>
      <a:tcTxStyle b="off" i="off">
        <a:font>
          <a:latin typeface="Arial"/>
          <a:ea typeface="Arial"/>
          <a:cs typeface="Arial"/>
        </a:font>
        <a:srgbClr val="53565A"/>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FFF5E7"/>
          </a:solidFill>
        </a:fill>
      </a:tcStyle>
    </a:wholeTbl>
    <a:band1H>
      <a:tcTxStyle/>
      <a:tcStyle>
        <a:fill>
          <a:solidFill>
            <a:srgbClr val="FFEBCB"/>
          </a:solidFill>
        </a:fill>
      </a:tcStyle>
    </a:band1H>
    <a:band2H>
      <a:tcTxStyle/>
    </a:band2H>
    <a:band1V>
      <a:tcTxStyle/>
      <a:tcStyle>
        <a:fill>
          <a:solidFill>
            <a:srgbClr val="FFEBCB"/>
          </a:solidFill>
        </a:fill>
      </a:tcStyle>
    </a:band1V>
    <a:band2V>
      <a:tcTxStyle/>
    </a:band2V>
    <a:lastCol>
      <a:tcTxStyle b="on" i="off">
        <a:font>
          <a:latin typeface="Arial"/>
          <a:ea typeface="Arial"/>
          <a:cs typeface="Arial"/>
        </a:font>
        <a:srgbClr val="FFFFFF"/>
      </a:tcTxStyle>
      <a:tcStyle>
        <a:fill>
          <a:solidFill>
            <a:srgbClr val="FFC72C"/>
          </a:solidFill>
        </a:fill>
      </a:tcStyle>
    </a:lastCol>
    <a:firstCol>
      <a:tcTxStyle b="on" i="off">
        <a:font>
          <a:latin typeface="Arial"/>
          <a:ea typeface="Arial"/>
          <a:cs typeface="Arial"/>
        </a:font>
        <a:srgbClr val="FFFFFF"/>
      </a:tcTxStyle>
      <a:tcStyle>
        <a:fill>
          <a:solidFill>
            <a:srgbClr val="FFC72C"/>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FFC72C"/>
          </a:solidFill>
        </a:fill>
      </a:tcStyle>
    </a:lastRow>
    <a:seCell>
      <a:tcTxStyle/>
    </a:seCell>
    <a:swCell>
      <a:tcTxStyle/>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FFC72C"/>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5.xml"/><Relationship Id="rId22" Type="http://schemas.openxmlformats.org/officeDocument/2006/relationships/font" Target="fonts/Roboto-italic.fntdata"/><Relationship Id="rId10" Type="http://schemas.openxmlformats.org/officeDocument/2006/relationships/slide" Target="slides/slide4.xml"/><Relationship Id="rId21" Type="http://schemas.openxmlformats.org/officeDocument/2006/relationships/font" Target="fonts/Roboto-bold.fntdata"/><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5b7deb8b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g355b7deb8b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 name="Google Shape;59;g355b7deb8b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55b7deb8b2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g355b7deb8b2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 name="Google Shape;73;g355b7deb8b2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55b7deb8b2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355b7deb8b2_0_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g355b7deb8b2_0_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55b7deb8b2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g355b7deb8b2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g355b7deb8b2_0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55b7deb8b2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355b7deb8b2_0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g355b7deb8b2_0_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55b7deb8b2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g355b7deb8b2_0_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g355b7deb8b2_0_1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55b7deb8b2_0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355b7deb8b2_0_1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g355b7deb8b2_0_1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55b7deb8b2_0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355b7deb8b2_0_1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g355b7deb8b2_0_1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55b7deb8b2_0_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g355b7deb8b2_0_2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g355b7deb8b2_0_2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55b7deb8b2_0_2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g355b7deb8b2_0_2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g355b7deb8b2_0_2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55b7deb8b2_0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g355b7deb8b2_0_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g355b7deb8b2_0_2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55b7deb8b2_0_2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g355b7deb8b2_0_2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g355b7deb8b2_0_2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55b7deb8b2_0_2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g355b7deb8b2_0_2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g355b7deb8b2_0_2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 name="Shape 8"/>
        <p:cNvGrpSpPr/>
        <p:nvPr/>
      </p:nvGrpSpPr>
      <p:grpSpPr>
        <a:xfrm>
          <a:off x="0" y="0"/>
          <a:ext cx="0" cy="0"/>
          <a:chOff x="0" y="0"/>
          <a:chExt cx="0" cy="0"/>
        </a:xfrm>
      </p:grpSpPr>
      <p:sp>
        <p:nvSpPr>
          <p:cNvPr id="9" name="Google Shape;9;p2"/>
          <p:cNvSpPr/>
          <p:nvPr/>
        </p:nvSpPr>
        <p:spPr>
          <a:xfrm>
            <a:off x="2282625" y="-16575"/>
            <a:ext cx="6861300" cy="1010400"/>
          </a:xfrm>
          <a:prstGeom prst="rect">
            <a:avLst/>
          </a:prstGeom>
          <a:solidFill>
            <a:srgbClr val="008F9D">
              <a:alpha val="2549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pic>
        <p:nvPicPr>
          <p:cNvPr id="10" name="Google Shape;10;p2"/>
          <p:cNvPicPr preferRelativeResize="0"/>
          <p:nvPr/>
        </p:nvPicPr>
        <p:blipFill rotWithShape="1">
          <a:blip r:embed="rId2">
            <a:alphaModFix/>
          </a:blip>
          <a:srcRect b="0" l="0" r="0" t="0"/>
          <a:stretch/>
        </p:blipFill>
        <p:spPr>
          <a:xfrm>
            <a:off x="8150350" y="194650"/>
            <a:ext cx="796877" cy="229951"/>
          </a:xfrm>
          <a:prstGeom prst="rect">
            <a:avLst/>
          </a:prstGeom>
          <a:noFill/>
          <a:ln>
            <a:noFill/>
          </a:ln>
        </p:spPr>
      </p:pic>
      <p:sp>
        <p:nvSpPr>
          <p:cNvPr id="11" name="Google Shape;11;p2"/>
          <p:cNvSpPr/>
          <p:nvPr/>
        </p:nvSpPr>
        <p:spPr>
          <a:xfrm>
            <a:off x="0" y="-16575"/>
            <a:ext cx="6833100" cy="1010400"/>
          </a:xfrm>
          <a:prstGeom prst="rect">
            <a:avLst/>
          </a:prstGeom>
          <a:solidFill>
            <a:srgbClr val="008F9D">
              <a:alpha val="2667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12" name="Google Shape;12;p2"/>
          <p:cNvSpPr/>
          <p:nvPr/>
        </p:nvSpPr>
        <p:spPr>
          <a:xfrm>
            <a:off x="-8275" y="-16575"/>
            <a:ext cx="5559600" cy="1010400"/>
          </a:xfrm>
          <a:prstGeom prst="rect">
            <a:avLst/>
          </a:prstGeom>
          <a:solidFill>
            <a:srgbClr val="008F9D">
              <a:alpha val="3451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13" name="Google Shape;13;p2"/>
          <p:cNvSpPr/>
          <p:nvPr/>
        </p:nvSpPr>
        <p:spPr>
          <a:xfrm>
            <a:off x="0" y="-16575"/>
            <a:ext cx="4567800" cy="1010400"/>
          </a:xfrm>
          <a:prstGeom prst="rect">
            <a:avLst/>
          </a:prstGeom>
          <a:solidFill>
            <a:srgbClr val="008F9D">
              <a:alpha val="4902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14" name="Google Shape;14;p2"/>
          <p:cNvSpPr/>
          <p:nvPr/>
        </p:nvSpPr>
        <p:spPr>
          <a:xfrm>
            <a:off x="-3226" y="0"/>
            <a:ext cx="3768600" cy="991200"/>
          </a:xfrm>
          <a:prstGeom prst="rect">
            <a:avLst/>
          </a:prstGeom>
          <a:solidFill>
            <a:srgbClr val="008C9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5" name="Google Shape;15;p2"/>
          <p:cNvSpPr txBox="1"/>
          <p:nvPr/>
        </p:nvSpPr>
        <p:spPr>
          <a:xfrm>
            <a:off x="326024" y="280200"/>
            <a:ext cx="7349700" cy="430800"/>
          </a:xfrm>
          <a:prstGeom prst="rect">
            <a:avLst/>
          </a:prstGeom>
          <a:noFill/>
          <a:ln>
            <a:noFill/>
          </a:ln>
        </p:spPr>
        <p:txBody>
          <a:bodyPr anchorCtr="0" anchor="ctr" bIns="22400" lIns="44800" spcFirstLastPara="1" rIns="44800" wrap="square" tIns="22400">
            <a:noAutofit/>
          </a:bodyPr>
          <a:lstStyle/>
          <a:p>
            <a:pPr indent="0" lvl="0" marL="0" marR="0" rtl="0" algn="l">
              <a:lnSpc>
                <a:spcPct val="100000"/>
              </a:lnSpc>
              <a:spcBef>
                <a:spcPts val="0"/>
              </a:spcBef>
              <a:spcAft>
                <a:spcPts val="0"/>
              </a:spcAft>
              <a:buClr>
                <a:srgbClr val="000000"/>
              </a:buClr>
              <a:buSzPts val="1716"/>
              <a:buFont typeface="Arial"/>
              <a:buNone/>
            </a:pPr>
            <a:r>
              <a:rPr b="1" i="0" lang="en" sz="2200" u="none" cap="none" strike="noStrike">
                <a:solidFill>
                  <a:schemeClr val="lt1"/>
                </a:solidFill>
                <a:latin typeface="Roboto"/>
                <a:ea typeface="Roboto"/>
                <a:cs typeface="Roboto"/>
                <a:sym typeface="Roboto"/>
              </a:rPr>
              <a:t>//</a:t>
            </a:r>
            <a:endParaRPr b="1" i="0" sz="3200" u="none" cap="none" strike="noStrike">
              <a:solidFill>
                <a:schemeClr val="lt1"/>
              </a:solidFill>
              <a:latin typeface="Roboto"/>
              <a:ea typeface="Roboto"/>
              <a:cs typeface="Roboto"/>
              <a:sym typeface="Roboto"/>
            </a:endParaRPr>
          </a:p>
        </p:txBody>
      </p:sp>
      <p:sp>
        <p:nvSpPr>
          <p:cNvPr id="16" name="Google Shape;16;p2"/>
          <p:cNvSpPr txBox="1"/>
          <p:nvPr>
            <p:ph type="title"/>
          </p:nvPr>
        </p:nvSpPr>
        <p:spPr>
          <a:xfrm>
            <a:off x="642975" y="209250"/>
            <a:ext cx="63183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lt1"/>
              </a:buClr>
              <a:buSzPts val="2200"/>
              <a:buFont typeface="Verdana"/>
              <a:buChar char="●"/>
              <a:defRPr sz="2200">
                <a:solidFill>
                  <a:schemeClr val="lt1"/>
                </a:solidFill>
                <a:latin typeface="Verdana"/>
                <a:ea typeface="Verdana"/>
                <a:cs typeface="Verdana"/>
                <a:sym typeface="Verdana"/>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17" name="Google Shape;17;p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SzPts val="1100"/>
              <a:buFont typeface="Verdana"/>
              <a:buChar char="●"/>
              <a:defRPr sz="1100">
                <a:latin typeface="Verdana"/>
                <a:ea typeface="Verdana"/>
                <a:cs typeface="Verdana"/>
                <a:sym typeface="Verdana"/>
              </a:defRPr>
            </a:lvl1pPr>
            <a:lvl2pPr indent="-285750" lvl="1" marL="914400">
              <a:spcBef>
                <a:spcPts val="0"/>
              </a:spcBef>
              <a:spcAft>
                <a:spcPts val="0"/>
              </a:spcAft>
              <a:buSzPts val="900"/>
              <a:buFont typeface="Verdana"/>
              <a:buChar char="○"/>
              <a:defRPr sz="900">
                <a:latin typeface="Verdana"/>
                <a:ea typeface="Verdana"/>
                <a:cs typeface="Verdana"/>
                <a:sym typeface="Verdana"/>
              </a:defRPr>
            </a:lvl2pPr>
            <a:lvl3pPr indent="-285750" lvl="2" marL="1371600">
              <a:spcBef>
                <a:spcPts val="0"/>
              </a:spcBef>
              <a:spcAft>
                <a:spcPts val="0"/>
              </a:spcAft>
              <a:buSzPts val="900"/>
              <a:buFont typeface="Verdana"/>
              <a:buChar char="■"/>
              <a:defRPr sz="900">
                <a:latin typeface="Verdana"/>
                <a:ea typeface="Verdana"/>
                <a:cs typeface="Verdana"/>
                <a:sym typeface="Verdana"/>
              </a:defRPr>
            </a:lvl3pPr>
            <a:lvl4pPr indent="-285750" lvl="3" marL="1828800">
              <a:spcBef>
                <a:spcPts val="0"/>
              </a:spcBef>
              <a:spcAft>
                <a:spcPts val="0"/>
              </a:spcAft>
              <a:buSzPts val="900"/>
              <a:buFont typeface="Verdana"/>
              <a:buChar char="●"/>
              <a:defRPr sz="900">
                <a:latin typeface="Verdana"/>
                <a:ea typeface="Verdana"/>
                <a:cs typeface="Verdana"/>
                <a:sym typeface="Verdana"/>
              </a:defRPr>
            </a:lvl4pPr>
            <a:lvl5pPr indent="-285750" lvl="4" marL="2286000">
              <a:spcBef>
                <a:spcPts val="0"/>
              </a:spcBef>
              <a:spcAft>
                <a:spcPts val="0"/>
              </a:spcAft>
              <a:buSzPts val="900"/>
              <a:buFont typeface="Verdana"/>
              <a:buChar char="○"/>
              <a:defRPr sz="900">
                <a:latin typeface="Verdana"/>
                <a:ea typeface="Verdana"/>
                <a:cs typeface="Verdana"/>
                <a:sym typeface="Verdana"/>
              </a:defRPr>
            </a:lvl5pPr>
            <a:lvl6pPr indent="-285750" lvl="5" marL="2743200">
              <a:spcBef>
                <a:spcPts val="0"/>
              </a:spcBef>
              <a:spcAft>
                <a:spcPts val="0"/>
              </a:spcAft>
              <a:buSzPts val="900"/>
              <a:buFont typeface="Verdana"/>
              <a:buChar char="■"/>
              <a:defRPr sz="900">
                <a:latin typeface="Verdana"/>
                <a:ea typeface="Verdana"/>
                <a:cs typeface="Verdana"/>
                <a:sym typeface="Verdana"/>
              </a:defRPr>
            </a:lvl6pPr>
            <a:lvl7pPr indent="-285750" lvl="6" marL="3200400">
              <a:spcBef>
                <a:spcPts val="0"/>
              </a:spcBef>
              <a:spcAft>
                <a:spcPts val="0"/>
              </a:spcAft>
              <a:buSzPts val="900"/>
              <a:buFont typeface="Verdana"/>
              <a:buChar char="●"/>
              <a:defRPr sz="900">
                <a:latin typeface="Verdana"/>
                <a:ea typeface="Verdana"/>
                <a:cs typeface="Verdana"/>
                <a:sym typeface="Verdana"/>
              </a:defRPr>
            </a:lvl7pPr>
            <a:lvl8pPr indent="-285750" lvl="7" marL="3657600">
              <a:spcBef>
                <a:spcPts val="0"/>
              </a:spcBef>
              <a:spcAft>
                <a:spcPts val="0"/>
              </a:spcAft>
              <a:buSzPts val="900"/>
              <a:buFont typeface="Verdana"/>
              <a:buChar char="○"/>
              <a:defRPr sz="900">
                <a:latin typeface="Verdana"/>
                <a:ea typeface="Verdana"/>
                <a:cs typeface="Verdana"/>
                <a:sym typeface="Verdana"/>
              </a:defRPr>
            </a:lvl8pPr>
            <a:lvl9pPr indent="-285750" lvl="8" marL="4114800">
              <a:spcBef>
                <a:spcPts val="0"/>
              </a:spcBef>
              <a:spcAft>
                <a:spcPts val="0"/>
              </a:spcAft>
              <a:buSzPts val="900"/>
              <a:buFont typeface="Verdana"/>
              <a:buChar char="■"/>
              <a:defRPr sz="900">
                <a:latin typeface="Verdana"/>
                <a:ea typeface="Verdana"/>
                <a:cs typeface="Verdana"/>
                <a:sym typeface="Verdana"/>
              </a:defRPr>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 name="Google Shape;21;p3"/>
          <p:cNvSpPr/>
          <p:nvPr/>
        </p:nvSpPr>
        <p:spPr>
          <a:xfrm>
            <a:off x="0" y="-12700"/>
            <a:ext cx="3955200" cy="5201100"/>
          </a:xfrm>
          <a:prstGeom prst="rect">
            <a:avLst/>
          </a:prstGeom>
          <a:solidFill>
            <a:srgbClr val="008F9D">
              <a:alpha val="1216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22" name="Google Shape;22;p3"/>
          <p:cNvSpPr/>
          <p:nvPr/>
        </p:nvSpPr>
        <p:spPr>
          <a:xfrm>
            <a:off x="-12" y="-12700"/>
            <a:ext cx="3603600" cy="5201100"/>
          </a:xfrm>
          <a:prstGeom prst="rect">
            <a:avLst/>
          </a:prstGeom>
          <a:solidFill>
            <a:srgbClr val="008F9D">
              <a:alpha val="2667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23" name="Google Shape;23;p3"/>
          <p:cNvSpPr/>
          <p:nvPr/>
        </p:nvSpPr>
        <p:spPr>
          <a:xfrm>
            <a:off x="22824" y="-12700"/>
            <a:ext cx="3365400" cy="5201100"/>
          </a:xfrm>
          <a:prstGeom prst="rect">
            <a:avLst/>
          </a:prstGeom>
          <a:solidFill>
            <a:srgbClr val="008F9D">
              <a:alpha val="3451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24" name="Google Shape;24;p3"/>
          <p:cNvSpPr/>
          <p:nvPr/>
        </p:nvSpPr>
        <p:spPr>
          <a:xfrm>
            <a:off x="0" y="25"/>
            <a:ext cx="3248700" cy="5201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25" name="Google Shape;25;p3"/>
          <p:cNvSpPr txBox="1"/>
          <p:nvPr/>
        </p:nvSpPr>
        <p:spPr>
          <a:xfrm>
            <a:off x="286801" y="651575"/>
            <a:ext cx="2850300" cy="5811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rgbClr val="000000"/>
              </a:buClr>
              <a:buSzPts val="2200"/>
              <a:buFont typeface="Arial"/>
              <a:buNone/>
            </a:pPr>
            <a:r>
              <a:rPr b="1" i="0" lang="en" sz="2200" u="none" cap="none" strike="noStrike">
                <a:solidFill>
                  <a:srgbClr val="FFFFFF"/>
                </a:solidFill>
                <a:latin typeface="Roboto"/>
                <a:ea typeface="Roboto"/>
                <a:cs typeface="Roboto"/>
                <a:sym typeface="Roboto"/>
              </a:rPr>
              <a:t>//</a:t>
            </a:r>
            <a:endParaRPr b="1" i="0" sz="2200" u="none" cap="none" strike="noStrike">
              <a:solidFill>
                <a:srgbClr val="FFFFFF"/>
              </a:solidFill>
              <a:latin typeface="Verdana"/>
              <a:ea typeface="Verdana"/>
              <a:cs typeface="Verdana"/>
              <a:sym typeface="Verdana"/>
            </a:endParaRPr>
          </a:p>
        </p:txBody>
      </p:sp>
      <p:sp>
        <p:nvSpPr>
          <p:cNvPr id="26" name="Google Shape;26;p3"/>
          <p:cNvSpPr txBox="1"/>
          <p:nvPr>
            <p:ph type="title"/>
          </p:nvPr>
        </p:nvSpPr>
        <p:spPr>
          <a:xfrm>
            <a:off x="642975" y="574320"/>
            <a:ext cx="2354100" cy="954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200"/>
              <a:buFont typeface="Verdana"/>
              <a:buChar char="●"/>
              <a:defRPr sz="2200">
                <a:solidFill>
                  <a:schemeClr val="lt1"/>
                </a:solidFill>
                <a:latin typeface="Verdana"/>
                <a:ea typeface="Verdana"/>
                <a:cs typeface="Verdana"/>
                <a:sym typeface="Verdana"/>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7" name="Google Shape;27;p3"/>
          <p:cNvSpPr txBox="1"/>
          <p:nvPr>
            <p:ph idx="2" type="title"/>
          </p:nvPr>
        </p:nvSpPr>
        <p:spPr>
          <a:xfrm>
            <a:off x="642975" y="1766648"/>
            <a:ext cx="2354100" cy="537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1400"/>
              <a:buFont typeface="Verdana"/>
              <a:buChar char="●"/>
              <a:defRPr b="1">
                <a:solidFill>
                  <a:schemeClr val="lt1"/>
                </a:solidFill>
                <a:latin typeface="Verdana"/>
                <a:ea typeface="Verdana"/>
                <a:cs typeface="Verdana"/>
                <a:sym typeface="Verdana"/>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8" name="Google Shape;28;p3"/>
          <p:cNvSpPr txBox="1"/>
          <p:nvPr>
            <p:ph idx="1" type="body"/>
          </p:nvPr>
        </p:nvSpPr>
        <p:spPr>
          <a:xfrm>
            <a:off x="4261850" y="687100"/>
            <a:ext cx="4414800" cy="34164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SzPts val="1100"/>
              <a:buFont typeface="Verdana"/>
              <a:buChar char="●"/>
              <a:defRPr sz="1100">
                <a:latin typeface="Verdana"/>
                <a:ea typeface="Verdana"/>
                <a:cs typeface="Verdana"/>
                <a:sym typeface="Verdana"/>
              </a:defRPr>
            </a:lvl1pPr>
            <a:lvl2pPr indent="-285750" lvl="1" marL="914400">
              <a:spcBef>
                <a:spcPts val="0"/>
              </a:spcBef>
              <a:spcAft>
                <a:spcPts val="0"/>
              </a:spcAft>
              <a:buSzPts val="900"/>
              <a:buFont typeface="Verdana"/>
              <a:buChar char="○"/>
              <a:defRPr sz="900">
                <a:latin typeface="Verdana"/>
                <a:ea typeface="Verdana"/>
                <a:cs typeface="Verdana"/>
                <a:sym typeface="Verdana"/>
              </a:defRPr>
            </a:lvl2pPr>
            <a:lvl3pPr indent="-285750" lvl="2" marL="1371600">
              <a:spcBef>
                <a:spcPts val="0"/>
              </a:spcBef>
              <a:spcAft>
                <a:spcPts val="0"/>
              </a:spcAft>
              <a:buSzPts val="900"/>
              <a:buFont typeface="Verdana"/>
              <a:buChar char="■"/>
              <a:defRPr sz="900">
                <a:latin typeface="Verdana"/>
                <a:ea typeface="Verdana"/>
                <a:cs typeface="Verdana"/>
                <a:sym typeface="Verdana"/>
              </a:defRPr>
            </a:lvl3pPr>
            <a:lvl4pPr indent="-285750" lvl="3" marL="1828800">
              <a:spcBef>
                <a:spcPts val="0"/>
              </a:spcBef>
              <a:spcAft>
                <a:spcPts val="0"/>
              </a:spcAft>
              <a:buSzPts val="900"/>
              <a:buFont typeface="Verdana"/>
              <a:buChar char="●"/>
              <a:defRPr sz="900">
                <a:latin typeface="Verdana"/>
                <a:ea typeface="Verdana"/>
                <a:cs typeface="Verdana"/>
                <a:sym typeface="Verdana"/>
              </a:defRPr>
            </a:lvl4pPr>
            <a:lvl5pPr indent="-285750" lvl="4" marL="2286000">
              <a:spcBef>
                <a:spcPts val="0"/>
              </a:spcBef>
              <a:spcAft>
                <a:spcPts val="0"/>
              </a:spcAft>
              <a:buSzPts val="900"/>
              <a:buFont typeface="Verdana"/>
              <a:buChar char="○"/>
              <a:defRPr sz="900">
                <a:latin typeface="Verdana"/>
                <a:ea typeface="Verdana"/>
                <a:cs typeface="Verdana"/>
                <a:sym typeface="Verdana"/>
              </a:defRPr>
            </a:lvl5pPr>
            <a:lvl6pPr indent="-285750" lvl="5" marL="2743200">
              <a:spcBef>
                <a:spcPts val="0"/>
              </a:spcBef>
              <a:spcAft>
                <a:spcPts val="0"/>
              </a:spcAft>
              <a:buSzPts val="900"/>
              <a:buFont typeface="Verdana"/>
              <a:buChar char="■"/>
              <a:defRPr sz="900">
                <a:latin typeface="Verdana"/>
                <a:ea typeface="Verdana"/>
                <a:cs typeface="Verdana"/>
                <a:sym typeface="Verdana"/>
              </a:defRPr>
            </a:lvl6pPr>
            <a:lvl7pPr indent="-285750" lvl="6" marL="3200400">
              <a:spcBef>
                <a:spcPts val="0"/>
              </a:spcBef>
              <a:spcAft>
                <a:spcPts val="0"/>
              </a:spcAft>
              <a:buSzPts val="900"/>
              <a:buFont typeface="Verdana"/>
              <a:buChar char="●"/>
              <a:defRPr sz="900">
                <a:latin typeface="Verdana"/>
                <a:ea typeface="Verdana"/>
                <a:cs typeface="Verdana"/>
                <a:sym typeface="Verdana"/>
              </a:defRPr>
            </a:lvl7pPr>
            <a:lvl8pPr indent="-285750" lvl="7" marL="3657600">
              <a:spcBef>
                <a:spcPts val="0"/>
              </a:spcBef>
              <a:spcAft>
                <a:spcPts val="0"/>
              </a:spcAft>
              <a:buSzPts val="900"/>
              <a:buFont typeface="Verdana"/>
              <a:buChar char="○"/>
              <a:defRPr sz="900">
                <a:latin typeface="Verdana"/>
                <a:ea typeface="Verdana"/>
                <a:cs typeface="Verdana"/>
                <a:sym typeface="Verdana"/>
              </a:defRPr>
            </a:lvl8pPr>
            <a:lvl9pPr indent="-285750" lvl="8" marL="4114800">
              <a:spcBef>
                <a:spcPts val="0"/>
              </a:spcBef>
              <a:spcAft>
                <a:spcPts val="0"/>
              </a:spcAft>
              <a:buSzPts val="900"/>
              <a:buFont typeface="Verdana"/>
              <a:buChar char="■"/>
              <a:defRPr sz="900">
                <a:latin typeface="Verdana"/>
                <a:ea typeface="Verdana"/>
                <a:cs typeface="Verdana"/>
                <a:sym typeface="Verdana"/>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
          <p:cNvSpPr/>
          <p:nvPr>
            <p:ph idx="2" type="pic"/>
          </p:nvPr>
        </p:nvSpPr>
        <p:spPr>
          <a:xfrm>
            <a:off x="0" y="0"/>
            <a:ext cx="9144000" cy="5143500"/>
          </a:xfrm>
          <a:prstGeom prst="rect">
            <a:avLst/>
          </a:prstGeom>
          <a:solidFill>
            <a:schemeClr val="lt1"/>
          </a:solidFill>
          <a:ln>
            <a:noFill/>
          </a:ln>
        </p:spPr>
      </p:sp>
      <p:sp>
        <p:nvSpPr>
          <p:cNvPr id="31" name="Google Shape;31;p4"/>
          <p:cNvSpPr/>
          <p:nvPr/>
        </p:nvSpPr>
        <p:spPr>
          <a:xfrm>
            <a:off x="-150037" y="0"/>
            <a:ext cx="7744525" cy="5213675"/>
          </a:xfrm>
          <a:custGeom>
            <a:rect b="b" l="l" r="r" t="t"/>
            <a:pathLst>
              <a:path extrusionOk="0" h="208547" w="309781">
                <a:moveTo>
                  <a:pt x="0" y="0"/>
                </a:moveTo>
                <a:lnTo>
                  <a:pt x="225453" y="0"/>
                </a:lnTo>
                <a:lnTo>
                  <a:pt x="309781" y="0"/>
                </a:lnTo>
                <a:lnTo>
                  <a:pt x="275237" y="207772"/>
                </a:lnTo>
                <a:lnTo>
                  <a:pt x="0" y="208547"/>
                </a:lnTo>
                <a:close/>
              </a:path>
            </a:pathLst>
          </a:custGeom>
          <a:solidFill>
            <a:srgbClr val="008C95">
              <a:alpha val="3255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4"/>
          <p:cNvSpPr/>
          <p:nvPr/>
        </p:nvSpPr>
        <p:spPr>
          <a:xfrm>
            <a:off x="-463362" y="0"/>
            <a:ext cx="7744525" cy="5213675"/>
          </a:xfrm>
          <a:custGeom>
            <a:rect b="b" l="l" r="r" t="t"/>
            <a:pathLst>
              <a:path extrusionOk="0" h="208547" w="309781">
                <a:moveTo>
                  <a:pt x="0" y="0"/>
                </a:moveTo>
                <a:lnTo>
                  <a:pt x="225453" y="0"/>
                </a:lnTo>
                <a:lnTo>
                  <a:pt x="309781" y="0"/>
                </a:lnTo>
                <a:lnTo>
                  <a:pt x="275237" y="207772"/>
                </a:lnTo>
                <a:lnTo>
                  <a:pt x="0" y="208547"/>
                </a:lnTo>
                <a:close/>
              </a:path>
            </a:pathLst>
          </a:custGeom>
          <a:solidFill>
            <a:srgbClr val="008C95">
              <a:alpha val="3255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4"/>
          <p:cNvSpPr/>
          <p:nvPr/>
        </p:nvSpPr>
        <p:spPr>
          <a:xfrm>
            <a:off x="-676437" y="0"/>
            <a:ext cx="7744525" cy="5213675"/>
          </a:xfrm>
          <a:custGeom>
            <a:rect b="b" l="l" r="r" t="t"/>
            <a:pathLst>
              <a:path extrusionOk="0" h="208547" w="309781">
                <a:moveTo>
                  <a:pt x="0" y="0"/>
                </a:moveTo>
                <a:lnTo>
                  <a:pt x="225453" y="0"/>
                </a:lnTo>
                <a:lnTo>
                  <a:pt x="309781" y="0"/>
                </a:lnTo>
                <a:lnTo>
                  <a:pt x="275237" y="207772"/>
                </a:lnTo>
                <a:lnTo>
                  <a:pt x="0" y="208547"/>
                </a:lnTo>
                <a:close/>
              </a:path>
            </a:pathLst>
          </a:custGeom>
          <a:solidFill>
            <a:srgbClr val="008C95">
              <a:alpha val="3255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4"/>
          <p:cNvSpPr/>
          <p:nvPr/>
        </p:nvSpPr>
        <p:spPr>
          <a:xfrm>
            <a:off x="-851887" y="0"/>
            <a:ext cx="7744525" cy="5213675"/>
          </a:xfrm>
          <a:custGeom>
            <a:rect b="b" l="l" r="r" t="t"/>
            <a:pathLst>
              <a:path extrusionOk="0" h="208547" w="309781">
                <a:moveTo>
                  <a:pt x="0" y="0"/>
                </a:moveTo>
                <a:lnTo>
                  <a:pt x="225453" y="0"/>
                </a:lnTo>
                <a:lnTo>
                  <a:pt x="309781" y="0"/>
                </a:lnTo>
                <a:lnTo>
                  <a:pt x="275237" y="207772"/>
                </a:lnTo>
                <a:lnTo>
                  <a:pt x="0" y="208547"/>
                </a:lnTo>
                <a:close/>
              </a:path>
            </a:pathLst>
          </a:custGeom>
          <a:solidFill>
            <a:srgbClr val="008C95">
              <a:alpha val="8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6" name="Google Shape;36;p4"/>
          <p:cNvSpPr txBox="1"/>
          <p:nvPr>
            <p:ph type="title"/>
          </p:nvPr>
        </p:nvSpPr>
        <p:spPr>
          <a:xfrm>
            <a:off x="642975" y="574320"/>
            <a:ext cx="2354100" cy="954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200"/>
              <a:buFont typeface="Verdana"/>
              <a:buChar char="●"/>
              <a:defRPr sz="2200">
                <a:solidFill>
                  <a:schemeClr val="lt1"/>
                </a:solidFill>
                <a:latin typeface="Verdana"/>
                <a:ea typeface="Verdana"/>
                <a:cs typeface="Verdana"/>
                <a:sym typeface="Verdana"/>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9" name="Google Shape;39;p5"/>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 name="Google Shape;4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46" name="Google Shape;46;p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7"/>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Only">
  <p:cSld name="1_Image Only">
    <p:spTree>
      <p:nvGrpSpPr>
        <p:cNvPr id="51" name="Shape 51"/>
        <p:cNvGrpSpPr/>
        <p:nvPr/>
      </p:nvGrpSpPr>
      <p:grpSpPr>
        <a:xfrm>
          <a:off x="0" y="0"/>
          <a:ext cx="0" cy="0"/>
          <a:chOff x="0" y="0"/>
          <a:chExt cx="0" cy="0"/>
        </a:xfrm>
      </p:grpSpPr>
      <p:sp>
        <p:nvSpPr>
          <p:cNvPr id="52" name="Google Shape;52;p9"/>
          <p:cNvSpPr/>
          <p:nvPr>
            <p:ph idx="2" type="pic"/>
          </p:nvPr>
        </p:nvSpPr>
        <p:spPr>
          <a:xfrm>
            <a:off x="0" y="0"/>
            <a:ext cx="9144000" cy="5143500"/>
          </a:xfrm>
          <a:prstGeom prst="rect">
            <a:avLst/>
          </a:prstGeom>
          <a:solidFill>
            <a:schemeClr val="lt1"/>
          </a:solidFill>
          <a:ln>
            <a:noFill/>
          </a:ln>
        </p:spPr>
      </p:sp>
      <p:sp>
        <p:nvSpPr>
          <p:cNvPr id="53" name="Google Shape;53;p9"/>
          <p:cNvSpPr txBox="1"/>
          <p:nvPr>
            <p:ph idx="10" type="dt"/>
          </p:nvPr>
        </p:nvSpPr>
        <p:spPr>
          <a:xfrm>
            <a:off x="7095068" y="4767264"/>
            <a:ext cx="8721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Clr>
                <a:srgbClr val="FFFFFF"/>
              </a:buClr>
              <a:buSzPts val="1100"/>
              <a:buFont typeface="Verdana"/>
              <a:buNone/>
              <a:defRPr sz="800">
                <a:solidFill>
                  <a:srgbClr val="FFFFFF"/>
                </a:solidFill>
                <a:latin typeface="Verdana"/>
                <a:ea typeface="Verdana"/>
                <a:cs typeface="Verdana"/>
                <a:sym typeface="Verdana"/>
              </a:defRPr>
            </a:lvl1pPr>
            <a:lvl2pPr lvl="1" algn="l">
              <a:lnSpc>
                <a:spcPct val="100000"/>
              </a:lnSpc>
              <a:spcBef>
                <a:spcPts val="0"/>
              </a:spcBef>
              <a:spcAft>
                <a:spcPts val="0"/>
              </a:spcAft>
              <a:buClr>
                <a:schemeClr val="dk1"/>
              </a:buClr>
              <a:buSzPts val="1100"/>
              <a:buFont typeface="Calibri"/>
              <a:buNone/>
              <a:defRPr/>
            </a:lvl2pPr>
            <a:lvl3pPr lvl="2" algn="l">
              <a:lnSpc>
                <a:spcPct val="100000"/>
              </a:lnSpc>
              <a:spcBef>
                <a:spcPts val="0"/>
              </a:spcBef>
              <a:spcAft>
                <a:spcPts val="0"/>
              </a:spcAft>
              <a:buClr>
                <a:schemeClr val="dk1"/>
              </a:buClr>
              <a:buSzPts val="1100"/>
              <a:buFont typeface="Calibri"/>
              <a:buNone/>
              <a:defRPr/>
            </a:lvl3pPr>
            <a:lvl4pPr lvl="3" algn="l">
              <a:lnSpc>
                <a:spcPct val="100000"/>
              </a:lnSpc>
              <a:spcBef>
                <a:spcPts val="0"/>
              </a:spcBef>
              <a:spcAft>
                <a:spcPts val="0"/>
              </a:spcAft>
              <a:buClr>
                <a:schemeClr val="dk1"/>
              </a:buClr>
              <a:buSzPts val="1100"/>
              <a:buFont typeface="Calibri"/>
              <a:buNone/>
              <a:defRPr/>
            </a:lvl4pPr>
            <a:lvl5pPr lvl="4" algn="l">
              <a:lnSpc>
                <a:spcPct val="100000"/>
              </a:lnSpc>
              <a:spcBef>
                <a:spcPts val="0"/>
              </a:spcBef>
              <a:spcAft>
                <a:spcPts val="0"/>
              </a:spcAft>
              <a:buClr>
                <a:schemeClr val="dk1"/>
              </a:buClr>
              <a:buSzPts val="1100"/>
              <a:buFont typeface="Calibri"/>
              <a:buNone/>
              <a:defRPr/>
            </a:lvl5pPr>
            <a:lvl6pPr lvl="5" algn="l">
              <a:lnSpc>
                <a:spcPct val="100000"/>
              </a:lnSpc>
              <a:spcBef>
                <a:spcPts val="0"/>
              </a:spcBef>
              <a:spcAft>
                <a:spcPts val="0"/>
              </a:spcAft>
              <a:buClr>
                <a:schemeClr val="dk1"/>
              </a:buClr>
              <a:buSzPts val="1100"/>
              <a:buFont typeface="Calibri"/>
              <a:buNone/>
              <a:defRPr/>
            </a:lvl6pPr>
            <a:lvl7pPr lvl="6" algn="l">
              <a:lnSpc>
                <a:spcPct val="100000"/>
              </a:lnSpc>
              <a:spcBef>
                <a:spcPts val="0"/>
              </a:spcBef>
              <a:spcAft>
                <a:spcPts val="0"/>
              </a:spcAft>
              <a:buClr>
                <a:schemeClr val="dk1"/>
              </a:buClr>
              <a:buSzPts val="1100"/>
              <a:buFont typeface="Calibri"/>
              <a:buNone/>
              <a:defRPr/>
            </a:lvl7pPr>
            <a:lvl8pPr lvl="7" algn="l">
              <a:lnSpc>
                <a:spcPct val="100000"/>
              </a:lnSpc>
              <a:spcBef>
                <a:spcPts val="0"/>
              </a:spcBef>
              <a:spcAft>
                <a:spcPts val="0"/>
              </a:spcAft>
              <a:buClr>
                <a:schemeClr val="dk1"/>
              </a:buClr>
              <a:buSzPts val="1100"/>
              <a:buFont typeface="Calibri"/>
              <a:buNone/>
              <a:defRPr/>
            </a:lvl8pPr>
            <a:lvl9pPr lvl="8" algn="l">
              <a:lnSpc>
                <a:spcPct val="100000"/>
              </a:lnSpc>
              <a:spcBef>
                <a:spcPts val="0"/>
              </a:spcBef>
              <a:spcAft>
                <a:spcPts val="0"/>
              </a:spcAft>
              <a:buClr>
                <a:schemeClr val="dk1"/>
              </a:buClr>
              <a:buSzPts val="1100"/>
              <a:buFont typeface="Calibri"/>
              <a:buNone/>
              <a:defRPr/>
            </a:lvl9pPr>
          </a:lstStyle>
          <a:p/>
        </p:txBody>
      </p:sp>
      <p:sp>
        <p:nvSpPr>
          <p:cNvPr id="54" name="Google Shape;54;p9"/>
          <p:cNvSpPr txBox="1"/>
          <p:nvPr>
            <p:ph idx="11" type="ftr"/>
          </p:nvPr>
        </p:nvSpPr>
        <p:spPr>
          <a:xfrm>
            <a:off x="4461937" y="4767264"/>
            <a:ext cx="25485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Clr>
                <a:srgbClr val="FFFFFF"/>
              </a:buClr>
              <a:buSzPts val="1100"/>
              <a:buFont typeface="Verdana"/>
              <a:buNone/>
              <a:defRPr sz="800">
                <a:solidFill>
                  <a:srgbClr val="FFFFFF"/>
                </a:solidFill>
                <a:latin typeface="Verdana"/>
                <a:ea typeface="Verdana"/>
                <a:cs typeface="Verdana"/>
                <a:sym typeface="Verdana"/>
              </a:defRPr>
            </a:lvl1pPr>
            <a:lvl2pPr lvl="1" algn="l">
              <a:lnSpc>
                <a:spcPct val="100000"/>
              </a:lnSpc>
              <a:spcBef>
                <a:spcPts val="0"/>
              </a:spcBef>
              <a:spcAft>
                <a:spcPts val="0"/>
              </a:spcAft>
              <a:buClr>
                <a:schemeClr val="dk1"/>
              </a:buClr>
              <a:buSzPts val="1100"/>
              <a:buFont typeface="Calibri"/>
              <a:buNone/>
              <a:defRPr/>
            </a:lvl2pPr>
            <a:lvl3pPr lvl="2" algn="l">
              <a:lnSpc>
                <a:spcPct val="100000"/>
              </a:lnSpc>
              <a:spcBef>
                <a:spcPts val="0"/>
              </a:spcBef>
              <a:spcAft>
                <a:spcPts val="0"/>
              </a:spcAft>
              <a:buClr>
                <a:schemeClr val="dk1"/>
              </a:buClr>
              <a:buSzPts val="1100"/>
              <a:buFont typeface="Calibri"/>
              <a:buNone/>
              <a:defRPr/>
            </a:lvl3pPr>
            <a:lvl4pPr lvl="3" algn="l">
              <a:lnSpc>
                <a:spcPct val="100000"/>
              </a:lnSpc>
              <a:spcBef>
                <a:spcPts val="0"/>
              </a:spcBef>
              <a:spcAft>
                <a:spcPts val="0"/>
              </a:spcAft>
              <a:buClr>
                <a:schemeClr val="dk1"/>
              </a:buClr>
              <a:buSzPts val="1100"/>
              <a:buFont typeface="Calibri"/>
              <a:buNone/>
              <a:defRPr/>
            </a:lvl4pPr>
            <a:lvl5pPr lvl="4" algn="l">
              <a:lnSpc>
                <a:spcPct val="100000"/>
              </a:lnSpc>
              <a:spcBef>
                <a:spcPts val="0"/>
              </a:spcBef>
              <a:spcAft>
                <a:spcPts val="0"/>
              </a:spcAft>
              <a:buClr>
                <a:schemeClr val="dk1"/>
              </a:buClr>
              <a:buSzPts val="1100"/>
              <a:buFont typeface="Calibri"/>
              <a:buNone/>
              <a:defRPr/>
            </a:lvl5pPr>
            <a:lvl6pPr lvl="5" algn="l">
              <a:lnSpc>
                <a:spcPct val="100000"/>
              </a:lnSpc>
              <a:spcBef>
                <a:spcPts val="0"/>
              </a:spcBef>
              <a:spcAft>
                <a:spcPts val="0"/>
              </a:spcAft>
              <a:buClr>
                <a:schemeClr val="dk1"/>
              </a:buClr>
              <a:buSzPts val="1100"/>
              <a:buFont typeface="Calibri"/>
              <a:buNone/>
              <a:defRPr/>
            </a:lvl6pPr>
            <a:lvl7pPr lvl="6" algn="l">
              <a:lnSpc>
                <a:spcPct val="100000"/>
              </a:lnSpc>
              <a:spcBef>
                <a:spcPts val="0"/>
              </a:spcBef>
              <a:spcAft>
                <a:spcPts val="0"/>
              </a:spcAft>
              <a:buClr>
                <a:schemeClr val="dk1"/>
              </a:buClr>
              <a:buSzPts val="1100"/>
              <a:buFont typeface="Calibri"/>
              <a:buNone/>
              <a:defRPr/>
            </a:lvl7pPr>
            <a:lvl8pPr lvl="7" algn="l">
              <a:lnSpc>
                <a:spcPct val="100000"/>
              </a:lnSpc>
              <a:spcBef>
                <a:spcPts val="0"/>
              </a:spcBef>
              <a:spcAft>
                <a:spcPts val="0"/>
              </a:spcAft>
              <a:buClr>
                <a:schemeClr val="dk1"/>
              </a:buClr>
              <a:buSzPts val="1100"/>
              <a:buFont typeface="Calibri"/>
              <a:buNone/>
              <a:defRPr/>
            </a:lvl8pPr>
            <a:lvl9pPr lvl="8" algn="l">
              <a:lnSpc>
                <a:spcPct val="100000"/>
              </a:lnSpc>
              <a:spcBef>
                <a:spcPts val="0"/>
              </a:spcBef>
              <a:spcAft>
                <a:spcPts val="0"/>
              </a:spcAft>
              <a:buClr>
                <a:schemeClr val="dk1"/>
              </a:buClr>
              <a:buSzPts val="1100"/>
              <a:buFont typeface="Calibri"/>
              <a:buNone/>
              <a:defRPr/>
            </a:lvl9pPr>
          </a:lstStyle>
          <a:p/>
        </p:txBody>
      </p:sp>
      <p:sp>
        <p:nvSpPr>
          <p:cNvPr id="55" name="Google Shape;55;p9"/>
          <p:cNvSpPr txBox="1"/>
          <p:nvPr>
            <p:ph idx="12" type="sldNum"/>
          </p:nvPr>
        </p:nvSpPr>
        <p:spPr>
          <a:xfrm>
            <a:off x="8043337" y="4767264"/>
            <a:ext cx="643500" cy="273900"/>
          </a:xfrm>
          <a:prstGeom prst="rect">
            <a:avLst/>
          </a:prstGeom>
          <a:noFill/>
          <a:ln>
            <a:noFill/>
          </a:ln>
        </p:spPr>
        <p:txBody>
          <a:bodyPr anchorCtr="0" anchor="ctr" bIns="34275" lIns="68575" spcFirstLastPara="1" rIns="68575" wrap="square" tIns="34275">
            <a:noAutofit/>
          </a:bodyPr>
          <a:lstStyle>
            <a:lvl1pPr indent="0" lvl="0" marL="0" marR="0" algn="l">
              <a:lnSpc>
                <a:spcPct val="100000"/>
              </a:lnSpc>
              <a:spcBef>
                <a:spcPts val="0"/>
              </a:spcBef>
              <a:spcAft>
                <a:spcPts val="0"/>
              </a:spcAft>
              <a:buClr>
                <a:srgbClr val="FFFFFF"/>
              </a:buClr>
              <a:buSzPts val="800"/>
              <a:buFont typeface="Verdana"/>
              <a:buNone/>
              <a:defRPr b="0" i="0" sz="800" u="none" cap="none" strike="noStrike">
                <a:solidFill>
                  <a:srgbClr val="FFFFFF"/>
                </a:solidFill>
                <a:latin typeface="Verdana"/>
                <a:ea typeface="Verdana"/>
                <a:cs typeface="Verdana"/>
                <a:sym typeface="Verdana"/>
              </a:defRPr>
            </a:lvl1pPr>
            <a:lvl2pPr indent="0" lvl="1" marL="0" marR="0" algn="l">
              <a:lnSpc>
                <a:spcPct val="100000"/>
              </a:lnSpc>
              <a:spcBef>
                <a:spcPts val="0"/>
              </a:spcBef>
              <a:spcAft>
                <a:spcPts val="0"/>
              </a:spcAft>
              <a:buClr>
                <a:srgbClr val="FFFFFF"/>
              </a:buClr>
              <a:buSzPts val="800"/>
              <a:buFont typeface="Verdana"/>
              <a:buNone/>
              <a:defRPr b="0" i="0" sz="800" u="none" cap="none" strike="noStrike">
                <a:solidFill>
                  <a:srgbClr val="FFFFFF"/>
                </a:solidFill>
                <a:latin typeface="Verdana"/>
                <a:ea typeface="Verdana"/>
                <a:cs typeface="Verdana"/>
                <a:sym typeface="Verdana"/>
              </a:defRPr>
            </a:lvl2pPr>
            <a:lvl3pPr indent="0" lvl="2" marL="0" marR="0" algn="l">
              <a:lnSpc>
                <a:spcPct val="100000"/>
              </a:lnSpc>
              <a:spcBef>
                <a:spcPts val="0"/>
              </a:spcBef>
              <a:spcAft>
                <a:spcPts val="0"/>
              </a:spcAft>
              <a:buClr>
                <a:srgbClr val="FFFFFF"/>
              </a:buClr>
              <a:buSzPts val="800"/>
              <a:buFont typeface="Verdana"/>
              <a:buNone/>
              <a:defRPr b="0" i="0" sz="800" u="none" cap="none" strike="noStrike">
                <a:solidFill>
                  <a:srgbClr val="FFFFFF"/>
                </a:solidFill>
                <a:latin typeface="Verdana"/>
                <a:ea typeface="Verdana"/>
                <a:cs typeface="Verdana"/>
                <a:sym typeface="Verdana"/>
              </a:defRPr>
            </a:lvl3pPr>
            <a:lvl4pPr indent="0" lvl="3" marL="0" marR="0" algn="l">
              <a:lnSpc>
                <a:spcPct val="100000"/>
              </a:lnSpc>
              <a:spcBef>
                <a:spcPts val="0"/>
              </a:spcBef>
              <a:spcAft>
                <a:spcPts val="0"/>
              </a:spcAft>
              <a:buClr>
                <a:srgbClr val="FFFFFF"/>
              </a:buClr>
              <a:buSzPts val="800"/>
              <a:buFont typeface="Verdana"/>
              <a:buNone/>
              <a:defRPr b="0" i="0" sz="800" u="none" cap="none" strike="noStrike">
                <a:solidFill>
                  <a:srgbClr val="FFFFFF"/>
                </a:solidFill>
                <a:latin typeface="Verdana"/>
                <a:ea typeface="Verdana"/>
                <a:cs typeface="Verdana"/>
                <a:sym typeface="Verdana"/>
              </a:defRPr>
            </a:lvl4pPr>
            <a:lvl5pPr indent="0" lvl="4" marL="0" marR="0" algn="l">
              <a:lnSpc>
                <a:spcPct val="100000"/>
              </a:lnSpc>
              <a:spcBef>
                <a:spcPts val="0"/>
              </a:spcBef>
              <a:spcAft>
                <a:spcPts val="0"/>
              </a:spcAft>
              <a:buClr>
                <a:srgbClr val="FFFFFF"/>
              </a:buClr>
              <a:buSzPts val="800"/>
              <a:buFont typeface="Verdana"/>
              <a:buNone/>
              <a:defRPr b="0" i="0" sz="800" u="none" cap="none" strike="noStrike">
                <a:solidFill>
                  <a:srgbClr val="FFFFFF"/>
                </a:solidFill>
                <a:latin typeface="Verdana"/>
                <a:ea typeface="Verdana"/>
                <a:cs typeface="Verdana"/>
                <a:sym typeface="Verdana"/>
              </a:defRPr>
            </a:lvl5pPr>
            <a:lvl6pPr indent="0" lvl="5" marL="0" marR="0" algn="l">
              <a:lnSpc>
                <a:spcPct val="100000"/>
              </a:lnSpc>
              <a:spcBef>
                <a:spcPts val="0"/>
              </a:spcBef>
              <a:spcAft>
                <a:spcPts val="0"/>
              </a:spcAft>
              <a:buClr>
                <a:srgbClr val="FFFFFF"/>
              </a:buClr>
              <a:buSzPts val="800"/>
              <a:buFont typeface="Verdana"/>
              <a:buNone/>
              <a:defRPr b="0" i="0" sz="800" u="none" cap="none" strike="noStrike">
                <a:solidFill>
                  <a:srgbClr val="FFFFFF"/>
                </a:solidFill>
                <a:latin typeface="Verdana"/>
                <a:ea typeface="Verdana"/>
                <a:cs typeface="Verdana"/>
                <a:sym typeface="Verdana"/>
              </a:defRPr>
            </a:lvl6pPr>
            <a:lvl7pPr indent="0" lvl="6" marL="0" marR="0" algn="l">
              <a:lnSpc>
                <a:spcPct val="100000"/>
              </a:lnSpc>
              <a:spcBef>
                <a:spcPts val="0"/>
              </a:spcBef>
              <a:spcAft>
                <a:spcPts val="0"/>
              </a:spcAft>
              <a:buClr>
                <a:srgbClr val="FFFFFF"/>
              </a:buClr>
              <a:buSzPts val="800"/>
              <a:buFont typeface="Verdana"/>
              <a:buNone/>
              <a:defRPr b="0" i="0" sz="800" u="none" cap="none" strike="noStrike">
                <a:solidFill>
                  <a:srgbClr val="FFFFFF"/>
                </a:solidFill>
                <a:latin typeface="Verdana"/>
                <a:ea typeface="Verdana"/>
                <a:cs typeface="Verdana"/>
                <a:sym typeface="Verdana"/>
              </a:defRPr>
            </a:lvl7pPr>
            <a:lvl8pPr indent="0" lvl="7" marL="0" marR="0" algn="l">
              <a:lnSpc>
                <a:spcPct val="100000"/>
              </a:lnSpc>
              <a:spcBef>
                <a:spcPts val="0"/>
              </a:spcBef>
              <a:spcAft>
                <a:spcPts val="0"/>
              </a:spcAft>
              <a:buClr>
                <a:srgbClr val="FFFFFF"/>
              </a:buClr>
              <a:buSzPts val="800"/>
              <a:buFont typeface="Verdana"/>
              <a:buNone/>
              <a:defRPr b="0" i="0" sz="800" u="none" cap="none" strike="noStrike">
                <a:solidFill>
                  <a:srgbClr val="FFFFFF"/>
                </a:solidFill>
                <a:latin typeface="Verdana"/>
                <a:ea typeface="Verdana"/>
                <a:cs typeface="Verdana"/>
                <a:sym typeface="Verdana"/>
              </a:defRPr>
            </a:lvl8pPr>
            <a:lvl9pPr indent="0" lvl="8" marL="0" marR="0" algn="l">
              <a:lnSpc>
                <a:spcPct val="100000"/>
              </a:lnSpc>
              <a:spcBef>
                <a:spcPts val="0"/>
              </a:spcBef>
              <a:spcAft>
                <a:spcPts val="0"/>
              </a:spcAft>
              <a:buClr>
                <a:srgbClr val="FFFFFF"/>
              </a:buClr>
              <a:buSzPts val="800"/>
              <a:buFont typeface="Verdana"/>
              <a:buNone/>
              <a:defRPr b="0" i="0" sz="800" u="none" cap="none" strike="noStrike">
                <a:solidFill>
                  <a:srgbClr val="FFFFFF"/>
                </a:solidFill>
                <a:latin typeface="Verdana"/>
                <a:ea typeface="Verdana"/>
                <a:cs typeface="Verdana"/>
                <a:sym typeface="Verdana"/>
              </a:defRPr>
            </a:lvl9pPr>
          </a:lstStyle>
          <a:p>
            <a:pPr indent="0" lvl="0" marL="0" rtl="0" algn="l">
              <a:spcBef>
                <a:spcPts val="0"/>
              </a:spcBef>
              <a:spcAft>
                <a:spcPts val="0"/>
              </a:spcAft>
              <a:buNone/>
            </a:pPr>
            <a:r>
              <a:rPr lang="en"/>
              <a:t>Slide No.</a:t>
            </a:r>
            <a:endParaRPr>
              <a:solidFill>
                <a:srgbClr val="979899"/>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7" name="Google Shape;7;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0"/>
          <p:cNvSpPr/>
          <p:nvPr/>
        </p:nvSpPr>
        <p:spPr>
          <a:xfrm>
            <a:off x="-925" y="0"/>
            <a:ext cx="9144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 name="Google Shape;62;p10"/>
          <p:cNvSpPr/>
          <p:nvPr/>
        </p:nvSpPr>
        <p:spPr>
          <a:xfrm>
            <a:off x="-31420" y="0"/>
            <a:ext cx="3828075" cy="5213675"/>
          </a:xfrm>
          <a:custGeom>
            <a:rect b="b" l="l" r="r" t="t"/>
            <a:pathLst>
              <a:path extrusionOk="0" h="208547" w="153123">
                <a:moveTo>
                  <a:pt x="501" y="501"/>
                </a:moveTo>
                <a:lnTo>
                  <a:pt x="68795" y="0"/>
                </a:lnTo>
                <a:lnTo>
                  <a:pt x="153123" y="0"/>
                </a:lnTo>
                <a:lnTo>
                  <a:pt x="118579" y="207772"/>
                </a:lnTo>
                <a:lnTo>
                  <a:pt x="0" y="208547"/>
                </a:lnTo>
                <a:close/>
              </a:path>
            </a:pathLst>
          </a:custGeom>
          <a:solidFill>
            <a:srgbClr val="008F9D">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0"/>
          <p:cNvSpPr/>
          <p:nvPr/>
        </p:nvSpPr>
        <p:spPr>
          <a:xfrm>
            <a:off x="-18895" y="0"/>
            <a:ext cx="3264100" cy="5201150"/>
          </a:xfrm>
          <a:custGeom>
            <a:rect b="b" l="l" r="r" t="t"/>
            <a:pathLst>
              <a:path extrusionOk="0" h="208046" w="130564">
                <a:moveTo>
                  <a:pt x="0" y="0"/>
                </a:moveTo>
                <a:lnTo>
                  <a:pt x="46236" y="0"/>
                </a:lnTo>
                <a:lnTo>
                  <a:pt x="130564" y="0"/>
                </a:lnTo>
                <a:lnTo>
                  <a:pt x="96020" y="207772"/>
                </a:lnTo>
                <a:lnTo>
                  <a:pt x="0" y="208046"/>
                </a:lnTo>
                <a:close/>
              </a:path>
            </a:pathLst>
          </a:custGeom>
          <a:solidFill>
            <a:srgbClr val="008F9D">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0"/>
          <p:cNvSpPr/>
          <p:nvPr/>
        </p:nvSpPr>
        <p:spPr>
          <a:xfrm>
            <a:off x="-18895" y="0"/>
            <a:ext cx="2839450" cy="5201150"/>
          </a:xfrm>
          <a:custGeom>
            <a:rect b="b" l="l" r="r" t="t"/>
            <a:pathLst>
              <a:path extrusionOk="0" h="208046" w="113578">
                <a:moveTo>
                  <a:pt x="0" y="0"/>
                </a:moveTo>
                <a:lnTo>
                  <a:pt x="29250" y="0"/>
                </a:lnTo>
                <a:lnTo>
                  <a:pt x="113578" y="0"/>
                </a:lnTo>
                <a:lnTo>
                  <a:pt x="79034" y="207772"/>
                </a:lnTo>
                <a:lnTo>
                  <a:pt x="502" y="208046"/>
                </a:lnTo>
                <a:close/>
              </a:path>
            </a:pathLst>
          </a:custGeom>
          <a:solidFill>
            <a:srgbClr val="008F9D">
              <a:alpha val="4863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0"/>
          <p:cNvSpPr/>
          <p:nvPr/>
        </p:nvSpPr>
        <p:spPr>
          <a:xfrm>
            <a:off x="-50125" y="-12525"/>
            <a:ext cx="2545675" cy="5226200"/>
          </a:xfrm>
          <a:custGeom>
            <a:rect b="b" l="l" r="r" t="t"/>
            <a:pathLst>
              <a:path extrusionOk="0" h="209048" w="101827">
                <a:moveTo>
                  <a:pt x="1002" y="0"/>
                </a:moveTo>
                <a:lnTo>
                  <a:pt x="17499" y="501"/>
                </a:lnTo>
                <a:lnTo>
                  <a:pt x="101827" y="501"/>
                </a:lnTo>
                <a:lnTo>
                  <a:pt x="67283" y="208273"/>
                </a:lnTo>
                <a:lnTo>
                  <a:pt x="0" y="209048"/>
                </a:lnTo>
                <a:close/>
              </a:path>
            </a:pathLst>
          </a:custGeom>
          <a:solidFill>
            <a:srgbClr val="008F9D">
              <a:alpha val="8902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0"/>
          <p:cNvSpPr/>
          <p:nvPr/>
        </p:nvSpPr>
        <p:spPr>
          <a:xfrm rot="5400000">
            <a:off x="5415600" y="-525450"/>
            <a:ext cx="1088400" cy="6368400"/>
          </a:xfrm>
          <a:prstGeom prst="rect">
            <a:avLst/>
          </a:prstGeom>
          <a:gradFill>
            <a:gsLst>
              <a:gs pos="0">
                <a:srgbClr val="000000">
                  <a:alpha val="9412"/>
                </a:srgbClr>
              </a:gs>
              <a:gs pos="100000">
                <a:srgbClr val="000000">
                  <a:alpha val="48627"/>
                </a:srgbClr>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67" name="Google Shape;67;p10"/>
          <p:cNvSpPr txBox="1"/>
          <p:nvPr/>
        </p:nvSpPr>
        <p:spPr>
          <a:xfrm>
            <a:off x="3515450" y="2198250"/>
            <a:ext cx="5712900" cy="922500"/>
          </a:xfrm>
          <a:prstGeom prst="rect">
            <a:avLst/>
          </a:prstGeom>
          <a:noFill/>
          <a:ln>
            <a:noFill/>
          </a:ln>
          <a:effectLst>
            <a:outerShdw blurRad="485775" rotWithShape="0" algn="bl" dir="5400000" dist="19050">
              <a:srgbClr val="000000">
                <a:alpha val="45100"/>
              </a:srgbClr>
            </a:outerShdw>
          </a:effectLst>
        </p:spPr>
        <p:txBody>
          <a:bodyPr anchorCtr="0" anchor="ctr" bIns="22400" lIns="44800" spcFirstLastPara="1" rIns="44800" wrap="square" tIns="22400">
            <a:noAutofit/>
          </a:bodyPr>
          <a:lstStyle/>
          <a:p>
            <a:pPr indent="0" lvl="0" marL="0" marR="0" rtl="0" algn="l">
              <a:lnSpc>
                <a:spcPct val="100000"/>
              </a:lnSpc>
              <a:spcBef>
                <a:spcPts val="0"/>
              </a:spcBef>
              <a:spcAft>
                <a:spcPts val="0"/>
              </a:spcAft>
              <a:buClr>
                <a:srgbClr val="000000"/>
              </a:buClr>
              <a:buSzPts val="2400"/>
              <a:buFont typeface="Arial"/>
              <a:buNone/>
            </a:pPr>
            <a:r>
              <a:rPr b="1" lang="en" sz="2400">
                <a:solidFill>
                  <a:schemeClr val="lt1"/>
                </a:solidFill>
                <a:latin typeface="Verdana"/>
                <a:ea typeface="Verdana"/>
                <a:cs typeface="Verdana"/>
                <a:sym typeface="Verdana"/>
              </a:rPr>
              <a:t>INSERT TITLE</a:t>
            </a:r>
            <a:endParaRPr b="1" i="0" sz="2400" u="none" cap="none" strike="noStrike">
              <a:solidFill>
                <a:srgbClr val="FFFFFF"/>
              </a:solidFill>
              <a:latin typeface="Verdana"/>
              <a:ea typeface="Verdana"/>
              <a:cs typeface="Verdana"/>
              <a:sym typeface="Verdana"/>
            </a:endParaRPr>
          </a:p>
        </p:txBody>
      </p:sp>
      <p:sp>
        <p:nvSpPr>
          <p:cNvPr id="68" name="Google Shape;68;p10"/>
          <p:cNvSpPr/>
          <p:nvPr/>
        </p:nvSpPr>
        <p:spPr>
          <a:xfrm>
            <a:off x="375975" y="2115900"/>
            <a:ext cx="2874600" cy="1087200"/>
          </a:xfrm>
          <a:prstGeom prst="parallelogram">
            <a:avLst>
              <a:gd fmla="val 14570" name="adj"/>
            </a:avLst>
          </a:prstGeom>
          <a:solidFill>
            <a:srgbClr val="FFFFFF"/>
          </a:solidFill>
          <a:ln>
            <a:noFill/>
          </a:ln>
          <a:effectLst>
            <a:outerShdw blurRad="285750" rotWithShape="0" algn="tl" dir="2700000" dist="100972">
              <a:srgbClr val="000000">
                <a:alpha val="2745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pic>
        <p:nvPicPr>
          <p:cNvPr id="69" name="Google Shape;69;p10"/>
          <p:cNvPicPr preferRelativeResize="0"/>
          <p:nvPr/>
        </p:nvPicPr>
        <p:blipFill rotWithShape="1">
          <a:blip r:embed="rId3">
            <a:alphaModFix/>
          </a:blip>
          <a:srcRect b="0" l="0" r="0" t="0"/>
          <a:stretch/>
        </p:blipFill>
        <p:spPr>
          <a:xfrm>
            <a:off x="737128" y="2348760"/>
            <a:ext cx="2077252" cy="60947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1"/>
          <p:cNvSpPr txBox="1"/>
          <p:nvPr/>
        </p:nvSpPr>
        <p:spPr>
          <a:xfrm>
            <a:off x="511782" y="4050250"/>
            <a:ext cx="1032000" cy="99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C7E3E7"/>
                </a:solidFill>
                <a:latin typeface="Verdana"/>
                <a:ea typeface="Verdana"/>
                <a:cs typeface="Verdana"/>
                <a:sym typeface="Verdana"/>
              </a:rPr>
              <a:t>5</a:t>
            </a:r>
            <a:endParaRPr b="1" i="0" sz="2800" u="none" cap="none" strike="noStrike">
              <a:solidFill>
                <a:srgbClr val="C7E3E7"/>
              </a:solidFill>
              <a:latin typeface="Verdana"/>
              <a:ea typeface="Verdana"/>
              <a:cs typeface="Verdana"/>
              <a:sym typeface="Verdana"/>
            </a:endParaRPr>
          </a:p>
        </p:txBody>
      </p:sp>
      <p:sp>
        <p:nvSpPr>
          <p:cNvPr id="76" name="Google Shape;76;p11"/>
          <p:cNvSpPr txBox="1"/>
          <p:nvPr/>
        </p:nvSpPr>
        <p:spPr>
          <a:xfrm>
            <a:off x="998700" y="1450659"/>
            <a:ext cx="19365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lang="en" sz="1100">
                <a:solidFill>
                  <a:srgbClr val="53565A"/>
                </a:solidFill>
                <a:latin typeface="Verdana"/>
                <a:ea typeface="Verdana"/>
                <a:cs typeface="Verdana"/>
                <a:sym typeface="Verdana"/>
              </a:rPr>
              <a:t>Lorem Ipsum</a:t>
            </a:r>
            <a:endParaRPr b="0" i="0" sz="1100" u="none" cap="none" strike="noStrike">
              <a:solidFill>
                <a:srgbClr val="53565A"/>
              </a:solidFill>
              <a:latin typeface="Verdana"/>
              <a:ea typeface="Verdana"/>
              <a:cs typeface="Verdana"/>
              <a:sym typeface="Verdana"/>
            </a:endParaRPr>
          </a:p>
        </p:txBody>
      </p:sp>
      <p:sp>
        <p:nvSpPr>
          <p:cNvPr id="77" name="Google Shape;77;p11"/>
          <p:cNvSpPr txBox="1"/>
          <p:nvPr/>
        </p:nvSpPr>
        <p:spPr>
          <a:xfrm>
            <a:off x="998700" y="2169100"/>
            <a:ext cx="2203500" cy="37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sz="1100">
                <a:solidFill>
                  <a:srgbClr val="53565A"/>
                </a:solidFill>
                <a:latin typeface="Verdana"/>
                <a:ea typeface="Verdana"/>
                <a:cs typeface="Verdana"/>
                <a:sym typeface="Verdana"/>
              </a:rPr>
              <a:t>Lorem Ipsum</a:t>
            </a:r>
            <a:endParaRPr sz="1100">
              <a:solidFill>
                <a:srgbClr val="53565A"/>
              </a:solidFill>
              <a:latin typeface="Verdana"/>
              <a:ea typeface="Verdana"/>
              <a:cs typeface="Verdana"/>
              <a:sym typeface="Verdana"/>
            </a:endParaRPr>
          </a:p>
        </p:txBody>
      </p:sp>
      <p:sp>
        <p:nvSpPr>
          <p:cNvPr id="78" name="Google Shape;78;p11"/>
          <p:cNvSpPr txBox="1"/>
          <p:nvPr/>
        </p:nvSpPr>
        <p:spPr>
          <a:xfrm>
            <a:off x="998700" y="2887894"/>
            <a:ext cx="2203500" cy="261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sz="1100">
                <a:solidFill>
                  <a:srgbClr val="53565A"/>
                </a:solidFill>
                <a:latin typeface="Verdana"/>
                <a:ea typeface="Verdana"/>
                <a:cs typeface="Verdana"/>
                <a:sym typeface="Verdana"/>
              </a:rPr>
              <a:t>Lorem Ipsum</a:t>
            </a:r>
            <a:endParaRPr sz="1100">
              <a:solidFill>
                <a:srgbClr val="53565A"/>
              </a:solidFill>
              <a:latin typeface="Verdana"/>
              <a:ea typeface="Verdana"/>
              <a:cs typeface="Verdana"/>
              <a:sym typeface="Verdana"/>
            </a:endParaRPr>
          </a:p>
        </p:txBody>
      </p:sp>
      <p:sp>
        <p:nvSpPr>
          <p:cNvPr id="79" name="Google Shape;79;p11"/>
          <p:cNvSpPr txBox="1"/>
          <p:nvPr/>
        </p:nvSpPr>
        <p:spPr>
          <a:xfrm>
            <a:off x="484107" y="1263600"/>
            <a:ext cx="750000" cy="61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rgbClr val="C7E3E7"/>
                </a:solidFill>
                <a:latin typeface="Verdana"/>
                <a:ea typeface="Verdana"/>
                <a:cs typeface="Verdana"/>
                <a:sym typeface="Verdana"/>
              </a:rPr>
              <a:t>1</a:t>
            </a:r>
            <a:endParaRPr b="1" i="0" sz="3200" u="none" cap="none" strike="noStrike">
              <a:solidFill>
                <a:srgbClr val="C7E3E7"/>
              </a:solidFill>
              <a:latin typeface="Verdana"/>
              <a:ea typeface="Verdana"/>
              <a:cs typeface="Verdana"/>
              <a:sym typeface="Verdana"/>
            </a:endParaRPr>
          </a:p>
        </p:txBody>
      </p:sp>
      <p:sp>
        <p:nvSpPr>
          <p:cNvPr id="80" name="Google Shape;80;p11"/>
          <p:cNvSpPr txBox="1"/>
          <p:nvPr/>
        </p:nvSpPr>
        <p:spPr>
          <a:xfrm>
            <a:off x="517882" y="1966775"/>
            <a:ext cx="1032000" cy="99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rgbClr val="C7E3E7"/>
                </a:solidFill>
                <a:latin typeface="Verdana"/>
                <a:ea typeface="Verdana"/>
                <a:cs typeface="Verdana"/>
                <a:sym typeface="Verdana"/>
              </a:rPr>
              <a:t>2</a:t>
            </a:r>
            <a:endParaRPr b="1" i="0" sz="3200" u="none" cap="none" strike="noStrike">
              <a:solidFill>
                <a:srgbClr val="C7E3E7"/>
              </a:solidFill>
              <a:latin typeface="Verdana"/>
              <a:ea typeface="Verdana"/>
              <a:cs typeface="Verdana"/>
              <a:sym typeface="Verdana"/>
            </a:endParaRPr>
          </a:p>
        </p:txBody>
      </p:sp>
      <p:sp>
        <p:nvSpPr>
          <p:cNvPr id="81" name="Google Shape;81;p11"/>
          <p:cNvSpPr txBox="1"/>
          <p:nvPr/>
        </p:nvSpPr>
        <p:spPr>
          <a:xfrm>
            <a:off x="517882" y="2669975"/>
            <a:ext cx="1032000" cy="99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rgbClr val="C7E3E7"/>
                </a:solidFill>
                <a:latin typeface="Verdana"/>
                <a:ea typeface="Verdana"/>
                <a:cs typeface="Verdana"/>
                <a:sym typeface="Verdana"/>
              </a:rPr>
              <a:t>3</a:t>
            </a:r>
            <a:endParaRPr b="1" i="0" sz="3200" u="none" cap="none" strike="noStrike">
              <a:solidFill>
                <a:srgbClr val="C7E3E7"/>
              </a:solidFill>
              <a:latin typeface="Verdana"/>
              <a:ea typeface="Verdana"/>
              <a:cs typeface="Verdana"/>
              <a:sym typeface="Verdana"/>
            </a:endParaRPr>
          </a:p>
        </p:txBody>
      </p:sp>
      <p:sp>
        <p:nvSpPr>
          <p:cNvPr id="82" name="Google Shape;82;p11"/>
          <p:cNvSpPr txBox="1"/>
          <p:nvPr/>
        </p:nvSpPr>
        <p:spPr>
          <a:xfrm>
            <a:off x="517882" y="3414150"/>
            <a:ext cx="1032000" cy="71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rgbClr val="C7E3E7"/>
                </a:solidFill>
                <a:latin typeface="Verdana"/>
                <a:ea typeface="Verdana"/>
                <a:cs typeface="Verdana"/>
                <a:sym typeface="Verdana"/>
              </a:rPr>
              <a:t>4</a:t>
            </a:r>
            <a:endParaRPr b="1" i="0" sz="3200" u="none" cap="none" strike="noStrike">
              <a:solidFill>
                <a:srgbClr val="C7E3E7"/>
              </a:solidFill>
              <a:latin typeface="Verdana"/>
              <a:ea typeface="Verdana"/>
              <a:cs typeface="Verdana"/>
              <a:sym typeface="Verdana"/>
            </a:endParaRPr>
          </a:p>
        </p:txBody>
      </p:sp>
      <p:sp>
        <p:nvSpPr>
          <p:cNvPr id="83" name="Google Shape;83;p11"/>
          <p:cNvSpPr txBox="1"/>
          <p:nvPr/>
        </p:nvSpPr>
        <p:spPr>
          <a:xfrm>
            <a:off x="3357957" y="1263600"/>
            <a:ext cx="1032000" cy="99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rgbClr val="C7E3E7"/>
                </a:solidFill>
                <a:latin typeface="Verdana"/>
                <a:ea typeface="Verdana"/>
                <a:cs typeface="Verdana"/>
                <a:sym typeface="Verdana"/>
              </a:rPr>
              <a:t>6</a:t>
            </a:r>
            <a:endParaRPr b="1" i="0" sz="3200" u="none" cap="none" strike="noStrike">
              <a:solidFill>
                <a:srgbClr val="C7E3E7"/>
              </a:solidFill>
              <a:latin typeface="Verdana"/>
              <a:ea typeface="Verdana"/>
              <a:cs typeface="Verdana"/>
              <a:sym typeface="Verdana"/>
            </a:endParaRPr>
          </a:p>
        </p:txBody>
      </p:sp>
      <p:sp>
        <p:nvSpPr>
          <p:cNvPr id="84" name="Google Shape;84;p11"/>
          <p:cNvSpPr txBox="1"/>
          <p:nvPr/>
        </p:nvSpPr>
        <p:spPr>
          <a:xfrm>
            <a:off x="3357957" y="1944675"/>
            <a:ext cx="1032000" cy="99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rgbClr val="C7E3E7"/>
                </a:solidFill>
                <a:latin typeface="Verdana"/>
                <a:ea typeface="Verdana"/>
                <a:cs typeface="Verdana"/>
                <a:sym typeface="Verdana"/>
              </a:rPr>
              <a:t>7</a:t>
            </a:r>
            <a:endParaRPr b="1" i="0" sz="3200" u="none" cap="none" strike="noStrike">
              <a:solidFill>
                <a:srgbClr val="C7E3E7"/>
              </a:solidFill>
              <a:latin typeface="Verdana"/>
              <a:ea typeface="Verdana"/>
              <a:cs typeface="Verdana"/>
              <a:sym typeface="Verdana"/>
            </a:endParaRPr>
          </a:p>
        </p:txBody>
      </p:sp>
      <p:sp>
        <p:nvSpPr>
          <p:cNvPr id="85" name="Google Shape;85;p11"/>
          <p:cNvSpPr txBox="1"/>
          <p:nvPr/>
        </p:nvSpPr>
        <p:spPr>
          <a:xfrm>
            <a:off x="3357957" y="2696025"/>
            <a:ext cx="1032000" cy="99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rgbClr val="C7E3E7"/>
                </a:solidFill>
                <a:latin typeface="Verdana"/>
                <a:ea typeface="Verdana"/>
                <a:cs typeface="Verdana"/>
                <a:sym typeface="Verdana"/>
              </a:rPr>
              <a:t>8</a:t>
            </a:r>
            <a:endParaRPr b="1" i="0" sz="3200" u="none" cap="none" strike="noStrike">
              <a:solidFill>
                <a:srgbClr val="C7E3E7"/>
              </a:solidFill>
              <a:latin typeface="Verdana"/>
              <a:ea typeface="Verdana"/>
              <a:cs typeface="Verdana"/>
              <a:sym typeface="Verdana"/>
            </a:endParaRPr>
          </a:p>
        </p:txBody>
      </p:sp>
      <p:sp>
        <p:nvSpPr>
          <p:cNvPr id="86" name="Google Shape;86;p11"/>
          <p:cNvSpPr txBox="1"/>
          <p:nvPr/>
        </p:nvSpPr>
        <p:spPr>
          <a:xfrm>
            <a:off x="3371332" y="3429025"/>
            <a:ext cx="1032000" cy="99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rgbClr val="C7E3E7"/>
                </a:solidFill>
                <a:latin typeface="Verdana"/>
                <a:ea typeface="Verdana"/>
                <a:cs typeface="Verdana"/>
                <a:sym typeface="Verdana"/>
              </a:rPr>
              <a:t>9</a:t>
            </a:r>
            <a:endParaRPr b="1" i="0" sz="3200" u="none" cap="none" strike="noStrike">
              <a:solidFill>
                <a:srgbClr val="C7E3E7"/>
              </a:solidFill>
              <a:latin typeface="Verdana"/>
              <a:ea typeface="Verdana"/>
              <a:cs typeface="Verdana"/>
              <a:sym typeface="Verdana"/>
            </a:endParaRPr>
          </a:p>
        </p:txBody>
      </p:sp>
      <p:sp>
        <p:nvSpPr>
          <p:cNvPr id="87" name="Google Shape;87;p11"/>
          <p:cNvSpPr txBox="1"/>
          <p:nvPr/>
        </p:nvSpPr>
        <p:spPr>
          <a:xfrm>
            <a:off x="3128225" y="4050250"/>
            <a:ext cx="1032000" cy="99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rgbClr val="C7E3E7"/>
                </a:solidFill>
                <a:latin typeface="Verdana"/>
                <a:ea typeface="Verdana"/>
                <a:cs typeface="Verdana"/>
                <a:sym typeface="Verdana"/>
              </a:rPr>
              <a:t>10</a:t>
            </a:r>
            <a:endParaRPr b="1" i="0" sz="3200" u="none" cap="none" strike="noStrike">
              <a:solidFill>
                <a:srgbClr val="C7E3E7"/>
              </a:solidFill>
              <a:latin typeface="Verdana"/>
              <a:ea typeface="Verdana"/>
              <a:cs typeface="Verdana"/>
              <a:sym typeface="Verdana"/>
            </a:endParaRPr>
          </a:p>
        </p:txBody>
      </p:sp>
      <p:sp>
        <p:nvSpPr>
          <p:cNvPr id="88" name="Google Shape;88;p11"/>
          <p:cNvSpPr txBox="1"/>
          <p:nvPr/>
        </p:nvSpPr>
        <p:spPr>
          <a:xfrm>
            <a:off x="5901425" y="1289025"/>
            <a:ext cx="1032000" cy="99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rgbClr val="C7E3E7"/>
                </a:solidFill>
                <a:latin typeface="Verdana"/>
                <a:ea typeface="Verdana"/>
                <a:cs typeface="Verdana"/>
                <a:sym typeface="Verdana"/>
              </a:rPr>
              <a:t>11</a:t>
            </a:r>
            <a:endParaRPr b="1" i="0" sz="3200" u="none" cap="none" strike="noStrike">
              <a:solidFill>
                <a:srgbClr val="C7E3E7"/>
              </a:solidFill>
              <a:latin typeface="Verdana"/>
              <a:ea typeface="Verdana"/>
              <a:cs typeface="Verdana"/>
              <a:sym typeface="Verdana"/>
            </a:endParaRPr>
          </a:p>
        </p:txBody>
      </p:sp>
      <p:sp>
        <p:nvSpPr>
          <p:cNvPr id="89" name="Google Shape;89;p11"/>
          <p:cNvSpPr txBox="1"/>
          <p:nvPr/>
        </p:nvSpPr>
        <p:spPr>
          <a:xfrm>
            <a:off x="5901425" y="2012350"/>
            <a:ext cx="1032000" cy="99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rgbClr val="C7E3E7"/>
                </a:solidFill>
                <a:latin typeface="Verdana"/>
                <a:ea typeface="Verdana"/>
                <a:cs typeface="Verdana"/>
                <a:sym typeface="Verdana"/>
              </a:rPr>
              <a:t>12</a:t>
            </a:r>
            <a:endParaRPr b="1" i="0" sz="3200" u="none" cap="none" strike="noStrike">
              <a:solidFill>
                <a:srgbClr val="C7E3E7"/>
              </a:solidFill>
              <a:latin typeface="Verdana"/>
              <a:ea typeface="Verdana"/>
              <a:cs typeface="Verdana"/>
              <a:sym typeface="Verdana"/>
            </a:endParaRPr>
          </a:p>
        </p:txBody>
      </p:sp>
      <p:sp>
        <p:nvSpPr>
          <p:cNvPr id="90" name="Google Shape;90;p11"/>
          <p:cNvSpPr txBox="1"/>
          <p:nvPr/>
        </p:nvSpPr>
        <p:spPr>
          <a:xfrm>
            <a:off x="5901425" y="2637413"/>
            <a:ext cx="1032000" cy="99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rgbClr val="C7E3E7"/>
                </a:solidFill>
                <a:latin typeface="Verdana"/>
                <a:ea typeface="Verdana"/>
                <a:cs typeface="Verdana"/>
                <a:sym typeface="Verdana"/>
              </a:rPr>
              <a:t>13</a:t>
            </a:r>
            <a:endParaRPr b="1" i="0" sz="3200" u="none" cap="none" strike="noStrike">
              <a:solidFill>
                <a:srgbClr val="C7E3E7"/>
              </a:solidFill>
              <a:latin typeface="Verdana"/>
              <a:ea typeface="Verdana"/>
              <a:cs typeface="Verdana"/>
              <a:sym typeface="Verdana"/>
            </a:endParaRPr>
          </a:p>
        </p:txBody>
      </p:sp>
      <p:sp>
        <p:nvSpPr>
          <p:cNvPr id="91" name="Google Shape;91;p11"/>
          <p:cNvSpPr txBox="1"/>
          <p:nvPr/>
        </p:nvSpPr>
        <p:spPr>
          <a:xfrm>
            <a:off x="998700" y="3580175"/>
            <a:ext cx="2203500" cy="37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sz="1100">
                <a:solidFill>
                  <a:srgbClr val="53565A"/>
                </a:solidFill>
                <a:latin typeface="Verdana"/>
                <a:ea typeface="Verdana"/>
                <a:cs typeface="Verdana"/>
                <a:sym typeface="Verdana"/>
              </a:rPr>
              <a:t>Lorem Ipsum</a:t>
            </a:r>
            <a:endParaRPr sz="1100">
              <a:solidFill>
                <a:srgbClr val="53565A"/>
              </a:solidFill>
              <a:latin typeface="Verdana"/>
              <a:ea typeface="Verdana"/>
              <a:cs typeface="Verdana"/>
              <a:sym typeface="Verdana"/>
            </a:endParaRPr>
          </a:p>
        </p:txBody>
      </p:sp>
      <p:sp>
        <p:nvSpPr>
          <p:cNvPr id="92" name="Google Shape;92;p11"/>
          <p:cNvSpPr txBox="1"/>
          <p:nvPr/>
        </p:nvSpPr>
        <p:spPr>
          <a:xfrm>
            <a:off x="998700" y="4319000"/>
            <a:ext cx="2203500" cy="261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sz="1100">
                <a:solidFill>
                  <a:srgbClr val="53565A"/>
                </a:solidFill>
                <a:latin typeface="Verdana"/>
                <a:ea typeface="Verdana"/>
                <a:cs typeface="Verdana"/>
                <a:sym typeface="Verdana"/>
              </a:rPr>
              <a:t>Lorem Ipsum</a:t>
            </a:r>
            <a:endParaRPr sz="1100">
              <a:solidFill>
                <a:srgbClr val="53565A"/>
              </a:solidFill>
              <a:latin typeface="Verdana"/>
              <a:ea typeface="Verdana"/>
              <a:cs typeface="Verdana"/>
              <a:sym typeface="Verdana"/>
            </a:endParaRPr>
          </a:p>
        </p:txBody>
      </p:sp>
      <p:sp>
        <p:nvSpPr>
          <p:cNvPr id="93" name="Google Shape;93;p11"/>
          <p:cNvSpPr txBox="1"/>
          <p:nvPr/>
        </p:nvSpPr>
        <p:spPr>
          <a:xfrm>
            <a:off x="3863075" y="1450659"/>
            <a:ext cx="19365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lang="en" sz="1100">
                <a:solidFill>
                  <a:srgbClr val="53565A"/>
                </a:solidFill>
                <a:latin typeface="Verdana"/>
                <a:ea typeface="Verdana"/>
                <a:cs typeface="Verdana"/>
                <a:sym typeface="Verdana"/>
              </a:rPr>
              <a:t>Lorem Ipsum</a:t>
            </a:r>
            <a:endParaRPr b="0" i="0" sz="1100" u="none" cap="none" strike="noStrike">
              <a:solidFill>
                <a:srgbClr val="53565A"/>
              </a:solidFill>
              <a:latin typeface="Verdana"/>
              <a:ea typeface="Verdana"/>
              <a:cs typeface="Verdana"/>
              <a:sym typeface="Verdana"/>
            </a:endParaRPr>
          </a:p>
        </p:txBody>
      </p:sp>
      <p:sp>
        <p:nvSpPr>
          <p:cNvPr id="94" name="Google Shape;94;p11"/>
          <p:cNvSpPr txBox="1"/>
          <p:nvPr/>
        </p:nvSpPr>
        <p:spPr>
          <a:xfrm>
            <a:off x="3863075" y="2169100"/>
            <a:ext cx="2203500" cy="37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sz="1100">
                <a:solidFill>
                  <a:srgbClr val="53565A"/>
                </a:solidFill>
                <a:latin typeface="Verdana"/>
                <a:ea typeface="Verdana"/>
                <a:cs typeface="Verdana"/>
                <a:sym typeface="Verdana"/>
              </a:rPr>
              <a:t>Lorem Ipsum</a:t>
            </a:r>
            <a:endParaRPr sz="1100">
              <a:solidFill>
                <a:srgbClr val="53565A"/>
              </a:solidFill>
              <a:latin typeface="Verdana"/>
              <a:ea typeface="Verdana"/>
              <a:cs typeface="Verdana"/>
              <a:sym typeface="Verdana"/>
            </a:endParaRPr>
          </a:p>
        </p:txBody>
      </p:sp>
      <p:sp>
        <p:nvSpPr>
          <p:cNvPr id="95" name="Google Shape;95;p11"/>
          <p:cNvSpPr txBox="1"/>
          <p:nvPr/>
        </p:nvSpPr>
        <p:spPr>
          <a:xfrm>
            <a:off x="3863075" y="2887894"/>
            <a:ext cx="2203500" cy="261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sz="1100">
                <a:solidFill>
                  <a:srgbClr val="53565A"/>
                </a:solidFill>
                <a:latin typeface="Verdana"/>
                <a:ea typeface="Verdana"/>
                <a:cs typeface="Verdana"/>
                <a:sym typeface="Verdana"/>
              </a:rPr>
              <a:t>Lorem Ipsum</a:t>
            </a:r>
            <a:endParaRPr sz="1100">
              <a:solidFill>
                <a:srgbClr val="53565A"/>
              </a:solidFill>
              <a:latin typeface="Verdana"/>
              <a:ea typeface="Verdana"/>
              <a:cs typeface="Verdana"/>
              <a:sym typeface="Verdana"/>
            </a:endParaRPr>
          </a:p>
        </p:txBody>
      </p:sp>
      <p:sp>
        <p:nvSpPr>
          <p:cNvPr id="96" name="Google Shape;96;p11"/>
          <p:cNvSpPr txBox="1"/>
          <p:nvPr/>
        </p:nvSpPr>
        <p:spPr>
          <a:xfrm>
            <a:off x="3863075" y="3580175"/>
            <a:ext cx="2203500" cy="37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sz="1100">
                <a:solidFill>
                  <a:srgbClr val="53565A"/>
                </a:solidFill>
                <a:latin typeface="Verdana"/>
                <a:ea typeface="Verdana"/>
                <a:cs typeface="Verdana"/>
                <a:sym typeface="Verdana"/>
              </a:rPr>
              <a:t>Lorem Ipsum</a:t>
            </a:r>
            <a:endParaRPr sz="1100">
              <a:solidFill>
                <a:srgbClr val="53565A"/>
              </a:solidFill>
              <a:latin typeface="Verdana"/>
              <a:ea typeface="Verdana"/>
              <a:cs typeface="Verdana"/>
              <a:sym typeface="Verdana"/>
            </a:endParaRPr>
          </a:p>
        </p:txBody>
      </p:sp>
      <p:sp>
        <p:nvSpPr>
          <p:cNvPr id="97" name="Google Shape;97;p11"/>
          <p:cNvSpPr txBox="1"/>
          <p:nvPr/>
        </p:nvSpPr>
        <p:spPr>
          <a:xfrm>
            <a:off x="3863075" y="4319000"/>
            <a:ext cx="2203500" cy="261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sz="1100">
                <a:solidFill>
                  <a:srgbClr val="53565A"/>
                </a:solidFill>
                <a:latin typeface="Verdana"/>
                <a:ea typeface="Verdana"/>
                <a:cs typeface="Verdana"/>
                <a:sym typeface="Verdana"/>
              </a:rPr>
              <a:t>Lorem Ipsum</a:t>
            </a:r>
            <a:endParaRPr sz="1100">
              <a:solidFill>
                <a:srgbClr val="53565A"/>
              </a:solidFill>
              <a:latin typeface="Verdana"/>
              <a:ea typeface="Verdana"/>
              <a:cs typeface="Verdana"/>
              <a:sym typeface="Verdana"/>
            </a:endParaRPr>
          </a:p>
        </p:txBody>
      </p:sp>
      <p:sp>
        <p:nvSpPr>
          <p:cNvPr id="98" name="Google Shape;98;p11"/>
          <p:cNvSpPr txBox="1"/>
          <p:nvPr/>
        </p:nvSpPr>
        <p:spPr>
          <a:xfrm>
            <a:off x="6637325" y="1450659"/>
            <a:ext cx="19365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lang="en" sz="1100">
                <a:solidFill>
                  <a:srgbClr val="53565A"/>
                </a:solidFill>
                <a:latin typeface="Verdana"/>
                <a:ea typeface="Verdana"/>
                <a:cs typeface="Verdana"/>
                <a:sym typeface="Verdana"/>
              </a:rPr>
              <a:t>Lorem Ipsum</a:t>
            </a:r>
            <a:endParaRPr b="0" i="0" sz="1100" u="none" cap="none" strike="noStrike">
              <a:solidFill>
                <a:srgbClr val="53565A"/>
              </a:solidFill>
              <a:latin typeface="Verdana"/>
              <a:ea typeface="Verdana"/>
              <a:cs typeface="Verdana"/>
              <a:sym typeface="Verdana"/>
            </a:endParaRPr>
          </a:p>
        </p:txBody>
      </p:sp>
      <p:sp>
        <p:nvSpPr>
          <p:cNvPr id="99" name="Google Shape;99;p11"/>
          <p:cNvSpPr txBox="1"/>
          <p:nvPr/>
        </p:nvSpPr>
        <p:spPr>
          <a:xfrm>
            <a:off x="6637325" y="2169100"/>
            <a:ext cx="2203500" cy="37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sz="1100">
                <a:solidFill>
                  <a:srgbClr val="53565A"/>
                </a:solidFill>
                <a:latin typeface="Verdana"/>
                <a:ea typeface="Verdana"/>
                <a:cs typeface="Verdana"/>
                <a:sym typeface="Verdana"/>
              </a:rPr>
              <a:t>Lorem Ipsum</a:t>
            </a:r>
            <a:endParaRPr sz="1100">
              <a:solidFill>
                <a:srgbClr val="53565A"/>
              </a:solidFill>
              <a:latin typeface="Verdana"/>
              <a:ea typeface="Verdana"/>
              <a:cs typeface="Verdana"/>
              <a:sym typeface="Verdana"/>
            </a:endParaRPr>
          </a:p>
        </p:txBody>
      </p:sp>
      <p:sp>
        <p:nvSpPr>
          <p:cNvPr id="100" name="Google Shape;100;p11"/>
          <p:cNvSpPr txBox="1"/>
          <p:nvPr/>
        </p:nvSpPr>
        <p:spPr>
          <a:xfrm>
            <a:off x="6637325" y="2887894"/>
            <a:ext cx="2203500" cy="261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sz="1100">
                <a:solidFill>
                  <a:srgbClr val="53565A"/>
                </a:solidFill>
                <a:latin typeface="Verdana"/>
                <a:ea typeface="Verdana"/>
                <a:cs typeface="Verdana"/>
                <a:sym typeface="Verdana"/>
              </a:rPr>
              <a:t>Lorem Ipsum</a:t>
            </a:r>
            <a:endParaRPr sz="1100">
              <a:solidFill>
                <a:srgbClr val="53565A"/>
              </a:solidFill>
              <a:latin typeface="Verdana"/>
              <a:ea typeface="Verdana"/>
              <a:cs typeface="Verdana"/>
              <a:sym typeface="Verdana"/>
            </a:endParaRPr>
          </a:p>
        </p:txBody>
      </p:sp>
      <p:sp>
        <p:nvSpPr>
          <p:cNvPr id="101" name="Google Shape;101;p11"/>
          <p:cNvSpPr txBox="1"/>
          <p:nvPr>
            <p:ph type="title"/>
          </p:nvPr>
        </p:nvSpPr>
        <p:spPr>
          <a:xfrm>
            <a:off x="642975" y="209250"/>
            <a:ext cx="63183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2"/>
          <p:cNvSpPr txBox="1"/>
          <p:nvPr>
            <p:ph idx="12" type="sldNum"/>
          </p:nvPr>
        </p:nvSpPr>
        <p:spPr>
          <a:xfrm>
            <a:off x="8043337" y="4767264"/>
            <a:ext cx="643500" cy="2739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800"/>
              <a:buNone/>
            </a:pPr>
            <a:r>
              <a:rPr lang="en">
                <a:solidFill>
                  <a:srgbClr val="FFFFFF"/>
                </a:solidFill>
              </a:rPr>
              <a:t>Slide No.</a:t>
            </a:r>
            <a:endParaRPr/>
          </a:p>
        </p:txBody>
      </p:sp>
      <p:pic>
        <p:nvPicPr>
          <p:cNvPr id="109" name="Google Shape;109;p12"/>
          <p:cNvPicPr preferRelativeResize="0"/>
          <p:nvPr/>
        </p:nvPicPr>
        <p:blipFill rotWithShape="1">
          <a:blip r:embed="rId3">
            <a:alphaModFix/>
          </a:blip>
          <a:srcRect b="0" l="0" r="0" t="0"/>
          <a:stretch/>
        </p:blipFill>
        <p:spPr>
          <a:xfrm>
            <a:off x="8150350" y="194650"/>
            <a:ext cx="796877" cy="229951"/>
          </a:xfrm>
          <a:prstGeom prst="rect">
            <a:avLst/>
          </a:prstGeom>
          <a:noFill/>
          <a:ln>
            <a:noFill/>
          </a:ln>
        </p:spPr>
      </p:pic>
      <p:sp>
        <p:nvSpPr>
          <p:cNvPr id="110" name="Google Shape;110;p12"/>
          <p:cNvSpPr/>
          <p:nvPr/>
        </p:nvSpPr>
        <p:spPr>
          <a:xfrm>
            <a:off x="11" y="-27621"/>
            <a:ext cx="4099350" cy="5198725"/>
          </a:xfrm>
          <a:custGeom>
            <a:rect b="b" l="l" r="r" t="t"/>
            <a:pathLst>
              <a:path extrusionOk="0" h="207949" w="163974">
                <a:moveTo>
                  <a:pt x="355" y="0"/>
                </a:moveTo>
                <a:lnTo>
                  <a:pt x="79646" y="177"/>
                </a:lnTo>
                <a:lnTo>
                  <a:pt x="163974" y="177"/>
                </a:lnTo>
                <a:lnTo>
                  <a:pt x="129430" y="207949"/>
                </a:lnTo>
                <a:lnTo>
                  <a:pt x="0" y="207753"/>
                </a:lnTo>
                <a:cubicBezTo>
                  <a:pt x="334" y="138070"/>
                  <a:pt x="21" y="69683"/>
                  <a:pt x="355" y="0"/>
                </a:cubicBezTo>
                <a:close/>
              </a:path>
            </a:pathLst>
          </a:custGeom>
          <a:blipFill rotWithShape="1">
            <a:blip r:embed="rId4">
              <a:alphaModFix/>
            </a:blip>
            <a:stretch>
              <a:fillRect b="-1020" l="-92880" r="-3599" t="-208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2"/>
          <p:cNvSpPr txBox="1"/>
          <p:nvPr/>
        </p:nvSpPr>
        <p:spPr>
          <a:xfrm>
            <a:off x="620720" y="424589"/>
            <a:ext cx="2297400" cy="744300"/>
          </a:xfrm>
          <a:prstGeom prst="rect">
            <a:avLst/>
          </a:prstGeom>
          <a:noFill/>
          <a:ln>
            <a:noFill/>
          </a:ln>
        </p:spPr>
        <p:txBody>
          <a:bodyPr anchorCtr="0" anchor="ctr" bIns="22400" lIns="44800" spcFirstLastPara="1" rIns="44800" wrap="square" tIns="22400">
            <a:noAutofit/>
          </a:bodyPr>
          <a:lstStyle/>
          <a:p>
            <a:pPr indent="0" lvl="0" marL="0" marR="0" rtl="0" algn="l">
              <a:lnSpc>
                <a:spcPct val="80000"/>
              </a:lnSpc>
              <a:spcBef>
                <a:spcPts val="0"/>
              </a:spcBef>
              <a:spcAft>
                <a:spcPts val="0"/>
              </a:spcAft>
              <a:buClr>
                <a:srgbClr val="000000"/>
              </a:buClr>
              <a:buSzPts val="2800"/>
              <a:buFont typeface="Arial"/>
              <a:buNone/>
            </a:pPr>
            <a:r>
              <a:rPr b="1" i="0" lang="en" sz="2200" u="none" cap="none" strike="noStrike">
                <a:solidFill>
                  <a:srgbClr val="53565A"/>
                </a:solidFill>
                <a:latin typeface="Roboto"/>
                <a:ea typeface="Roboto"/>
                <a:cs typeface="Roboto"/>
                <a:sym typeface="Roboto"/>
              </a:rPr>
              <a:t>// </a:t>
            </a:r>
            <a:r>
              <a:rPr lang="en" sz="2200">
                <a:solidFill>
                  <a:srgbClr val="53565A"/>
                </a:solidFill>
                <a:latin typeface="Verdana"/>
                <a:ea typeface="Verdana"/>
                <a:cs typeface="Verdana"/>
                <a:sym typeface="Verdana"/>
              </a:rPr>
              <a:t>Title</a:t>
            </a:r>
            <a:endParaRPr b="1" i="0" sz="2200" u="none" cap="none" strike="noStrike">
              <a:solidFill>
                <a:srgbClr val="53565A"/>
              </a:solidFill>
              <a:latin typeface="Roboto"/>
              <a:ea typeface="Roboto"/>
              <a:cs typeface="Roboto"/>
              <a:sym typeface="Roboto"/>
            </a:endParaRPr>
          </a:p>
        </p:txBody>
      </p:sp>
      <p:sp>
        <p:nvSpPr>
          <p:cNvPr id="112" name="Google Shape;112;p12"/>
          <p:cNvSpPr txBox="1"/>
          <p:nvPr/>
        </p:nvSpPr>
        <p:spPr>
          <a:xfrm>
            <a:off x="4070555" y="1342625"/>
            <a:ext cx="4616100" cy="23553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1400"/>
              <a:buFont typeface="Arial"/>
              <a:buNone/>
            </a:pPr>
            <a:r>
              <a:rPr lang="en" sz="900">
                <a:solidFill>
                  <a:srgbClr val="53565A"/>
                </a:solidFill>
                <a:highlight>
                  <a:srgbClr val="FFFFFF"/>
                </a:highlight>
                <a:latin typeface="Verdana"/>
                <a:ea typeface="Verdana"/>
                <a:cs typeface="Verdana"/>
                <a:sym typeface="Verdana"/>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b="1" i="0" sz="900" u="none" cap="none" strike="noStrike">
              <a:solidFill>
                <a:srgbClr val="53565A"/>
              </a:solidFill>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3"/>
          <p:cNvSpPr/>
          <p:nvPr/>
        </p:nvSpPr>
        <p:spPr>
          <a:xfrm>
            <a:off x="5732475" y="1831074"/>
            <a:ext cx="2361000" cy="1849500"/>
          </a:xfrm>
          <a:prstGeom prst="rect">
            <a:avLst/>
          </a:prstGeom>
          <a:solidFill>
            <a:srgbClr val="FFC72C">
              <a:alpha val="1216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119" name="Google Shape;119;p13"/>
          <p:cNvSpPr/>
          <p:nvPr/>
        </p:nvSpPr>
        <p:spPr>
          <a:xfrm>
            <a:off x="3237699" y="1831074"/>
            <a:ext cx="2361000" cy="1849500"/>
          </a:xfrm>
          <a:prstGeom prst="rect">
            <a:avLst/>
          </a:prstGeom>
          <a:solidFill>
            <a:srgbClr val="DA291C">
              <a:alpha val="1216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120" name="Google Shape;120;p13"/>
          <p:cNvSpPr/>
          <p:nvPr/>
        </p:nvSpPr>
        <p:spPr>
          <a:xfrm>
            <a:off x="624425" y="1830924"/>
            <a:ext cx="2479500" cy="1849500"/>
          </a:xfrm>
          <a:prstGeom prst="rect">
            <a:avLst/>
          </a:prstGeom>
          <a:solidFill>
            <a:srgbClr val="008F9D">
              <a:alpha val="1216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121" name="Google Shape;121;p13"/>
          <p:cNvSpPr txBox="1"/>
          <p:nvPr/>
        </p:nvSpPr>
        <p:spPr>
          <a:xfrm>
            <a:off x="778775" y="2032225"/>
            <a:ext cx="2089200" cy="127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lang="en" sz="900">
                <a:solidFill>
                  <a:srgbClr val="53565A"/>
                </a:solidFill>
                <a:latin typeface="Verdana"/>
                <a:ea typeface="Verdana"/>
                <a:cs typeface="Verdana"/>
                <a:sym typeface="Verdana"/>
              </a:rPr>
              <a:t>Lorem ipsum</a:t>
            </a:r>
            <a:endParaRPr b="1" i="0" sz="900" u="none" cap="none" strike="noStrike">
              <a:solidFill>
                <a:srgbClr val="53565A"/>
              </a:solidFill>
              <a:latin typeface="Verdana"/>
              <a:ea typeface="Verdana"/>
              <a:cs typeface="Verdana"/>
              <a:sym typeface="Verdana"/>
            </a:endParaRPr>
          </a:p>
          <a:p>
            <a:pPr indent="-108000" lvl="0" marL="108000" marR="0" rtl="0" algn="l">
              <a:lnSpc>
                <a:spcPct val="100000"/>
              </a:lnSpc>
              <a:spcBef>
                <a:spcPts val="400"/>
              </a:spcBef>
              <a:spcAft>
                <a:spcPts val="0"/>
              </a:spcAft>
              <a:buClr>
                <a:srgbClr val="53565A"/>
              </a:buClr>
              <a:buSzPts val="900"/>
              <a:buFont typeface="Verdana"/>
              <a:buChar char="●"/>
            </a:pPr>
            <a:r>
              <a:rPr lang="en" sz="900">
                <a:solidFill>
                  <a:srgbClr val="53565A"/>
                </a:solidFill>
                <a:latin typeface="Verdana"/>
                <a:ea typeface="Verdana"/>
                <a:cs typeface="Verdana"/>
                <a:sym typeface="Verdana"/>
              </a:rPr>
              <a:t>Points</a:t>
            </a:r>
            <a:endParaRPr sz="900">
              <a:solidFill>
                <a:srgbClr val="53565A"/>
              </a:solidFill>
              <a:latin typeface="Verdana"/>
              <a:ea typeface="Verdana"/>
              <a:cs typeface="Verdana"/>
              <a:sym typeface="Verdana"/>
            </a:endParaRPr>
          </a:p>
          <a:p>
            <a:pPr indent="-108000" lvl="0" marL="108000" marR="0" rtl="0" algn="l">
              <a:lnSpc>
                <a:spcPct val="100000"/>
              </a:lnSpc>
              <a:spcBef>
                <a:spcPts val="400"/>
              </a:spcBef>
              <a:spcAft>
                <a:spcPts val="0"/>
              </a:spcAft>
              <a:buClr>
                <a:srgbClr val="53565A"/>
              </a:buClr>
              <a:buSzPts val="900"/>
              <a:buFont typeface="Verdana"/>
              <a:buChar char="●"/>
            </a:pPr>
            <a:r>
              <a:rPr lang="en" sz="900">
                <a:solidFill>
                  <a:srgbClr val="53565A"/>
                </a:solidFill>
                <a:latin typeface="Verdana"/>
                <a:ea typeface="Verdana"/>
                <a:cs typeface="Verdana"/>
                <a:sym typeface="Verdana"/>
              </a:rPr>
              <a:t>Points</a:t>
            </a:r>
            <a:endParaRPr sz="900">
              <a:solidFill>
                <a:srgbClr val="53565A"/>
              </a:solidFill>
              <a:latin typeface="Verdana"/>
              <a:ea typeface="Verdana"/>
              <a:cs typeface="Verdana"/>
              <a:sym typeface="Verdana"/>
            </a:endParaRPr>
          </a:p>
          <a:p>
            <a:pPr indent="-108000" lvl="0" marL="108000" marR="0" rtl="0" algn="l">
              <a:lnSpc>
                <a:spcPct val="100000"/>
              </a:lnSpc>
              <a:spcBef>
                <a:spcPts val="400"/>
              </a:spcBef>
              <a:spcAft>
                <a:spcPts val="0"/>
              </a:spcAft>
              <a:buClr>
                <a:srgbClr val="53565A"/>
              </a:buClr>
              <a:buSzPts val="900"/>
              <a:buFont typeface="Verdana"/>
              <a:buChar char="●"/>
            </a:pPr>
            <a:r>
              <a:rPr lang="en" sz="900">
                <a:solidFill>
                  <a:srgbClr val="53565A"/>
                </a:solidFill>
                <a:latin typeface="Verdana"/>
                <a:ea typeface="Verdana"/>
                <a:cs typeface="Verdana"/>
                <a:sym typeface="Verdana"/>
              </a:rPr>
              <a:t>Points</a:t>
            </a:r>
            <a:endParaRPr sz="900">
              <a:solidFill>
                <a:srgbClr val="53565A"/>
              </a:solidFill>
              <a:latin typeface="Verdana"/>
              <a:ea typeface="Verdana"/>
              <a:cs typeface="Verdana"/>
              <a:sym typeface="Verdana"/>
            </a:endParaRPr>
          </a:p>
          <a:p>
            <a:pPr indent="-108000" lvl="0" marL="108000" marR="0" rtl="0" algn="l">
              <a:lnSpc>
                <a:spcPct val="100000"/>
              </a:lnSpc>
              <a:spcBef>
                <a:spcPts val="400"/>
              </a:spcBef>
              <a:spcAft>
                <a:spcPts val="0"/>
              </a:spcAft>
              <a:buClr>
                <a:srgbClr val="53565A"/>
              </a:buClr>
              <a:buSzPts val="900"/>
              <a:buFont typeface="Verdana"/>
              <a:buChar char="●"/>
            </a:pPr>
            <a:r>
              <a:rPr lang="en" sz="900">
                <a:solidFill>
                  <a:srgbClr val="53565A"/>
                </a:solidFill>
                <a:latin typeface="Verdana"/>
                <a:ea typeface="Verdana"/>
                <a:cs typeface="Verdana"/>
                <a:sym typeface="Verdana"/>
              </a:rPr>
              <a:t>Points</a:t>
            </a:r>
            <a:endParaRPr sz="900">
              <a:solidFill>
                <a:srgbClr val="53565A"/>
              </a:solidFill>
              <a:latin typeface="Verdana"/>
              <a:ea typeface="Verdana"/>
              <a:cs typeface="Verdana"/>
              <a:sym typeface="Verdana"/>
            </a:endParaRPr>
          </a:p>
          <a:p>
            <a:pPr indent="-108000" lvl="0" marL="108000" marR="0" rtl="0" algn="l">
              <a:lnSpc>
                <a:spcPct val="100000"/>
              </a:lnSpc>
              <a:spcBef>
                <a:spcPts val="400"/>
              </a:spcBef>
              <a:spcAft>
                <a:spcPts val="400"/>
              </a:spcAft>
              <a:buClr>
                <a:srgbClr val="53565A"/>
              </a:buClr>
              <a:buSzPts val="900"/>
              <a:buFont typeface="Verdana"/>
              <a:buChar char="●"/>
            </a:pPr>
            <a:r>
              <a:rPr lang="en" sz="900">
                <a:solidFill>
                  <a:srgbClr val="53565A"/>
                </a:solidFill>
                <a:latin typeface="Verdana"/>
                <a:ea typeface="Verdana"/>
                <a:cs typeface="Verdana"/>
                <a:sym typeface="Verdana"/>
              </a:rPr>
              <a:t>Points</a:t>
            </a:r>
            <a:endParaRPr sz="900">
              <a:solidFill>
                <a:srgbClr val="53565A"/>
              </a:solidFill>
              <a:latin typeface="Verdana"/>
              <a:ea typeface="Verdana"/>
              <a:cs typeface="Verdana"/>
              <a:sym typeface="Verdana"/>
            </a:endParaRPr>
          </a:p>
        </p:txBody>
      </p:sp>
      <p:sp>
        <p:nvSpPr>
          <p:cNvPr id="122" name="Google Shape;122;p13"/>
          <p:cNvSpPr txBox="1"/>
          <p:nvPr/>
        </p:nvSpPr>
        <p:spPr>
          <a:xfrm>
            <a:off x="3373600" y="2032225"/>
            <a:ext cx="2089200" cy="127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lang="en" sz="900">
                <a:solidFill>
                  <a:srgbClr val="53565A"/>
                </a:solidFill>
                <a:latin typeface="Verdana"/>
                <a:ea typeface="Verdana"/>
                <a:cs typeface="Verdana"/>
                <a:sym typeface="Verdana"/>
              </a:rPr>
              <a:t>Lorem ipsum</a:t>
            </a:r>
            <a:endParaRPr b="1" i="0" sz="900" u="none" cap="none" strike="noStrike">
              <a:solidFill>
                <a:srgbClr val="53565A"/>
              </a:solidFill>
              <a:latin typeface="Verdana"/>
              <a:ea typeface="Verdana"/>
              <a:cs typeface="Verdana"/>
              <a:sym typeface="Verdana"/>
            </a:endParaRPr>
          </a:p>
          <a:p>
            <a:pPr indent="-108000" lvl="0" marL="108000" marR="0" rtl="0" algn="l">
              <a:lnSpc>
                <a:spcPct val="100000"/>
              </a:lnSpc>
              <a:spcBef>
                <a:spcPts val="400"/>
              </a:spcBef>
              <a:spcAft>
                <a:spcPts val="0"/>
              </a:spcAft>
              <a:buClr>
                <a:srgbClr val="53565A"/>
              </a:buClr>
              <a:buSzPts val="900"/>
              <a:buFont typeface="Verdana"/>
              <a:buChar char="●"/>
            </a:pPr>
            <a:r>
              <a:rPr lang="en" sz="900">
                <a:solidFill>
                  <a:srgbClr val="53565A"/>
                </a:solidFill>
                <a:latin typeface="Verdana"/>
                <a:ea typeface="Verdana"/>
                <a:cs typeface="Verdana"/>
                <a:sym typeface="Verdana"/>
              </a:rPr>
              <a:t>Points</a:t>
            </a:r>
            <a:endParaRPr sz="900">
              <a:solidFill>
                <a:srgbClr val="53565A"/>
              </a:solidFill>
              <a:latin typeface="Verdana"/>
              <a:ea typeface="Verdana"/>
              <a:cs typeface="Verdana"/>
              <a:sym typeface="Verdana"/>
            </a:endParaRPr>
          </a:p>
          <a:p>
            <a:pPr indent="-108000" lvl="0" marL="108000" marR="0" rtl="0" algn="l">
              <a:lnSpc>
                <a:spcPct val="100000"/>
              </a:lnSpc>
              <a:spcBef>
                <a:spcPts val="400"/>
              </a:spcBef>
              <a:spcAft>
                <a:spcPts val="0"/>
              </a:spcAft>
              <a:buClr>
                <a:srgbClr val="53565A"/>
              </a:buClr>
              <a:buSzPts val="900"/>
              <a:buFont typeface="Verdana"/>
              <a:buChar char="●"/>
            </a:pPr>
            <a:r>
              <a:rPr lang="en" sz="900">
                <a:solidFill>
                  <a:srgbClr val="53565A"/>
                </a:solidFill>
                <a:latin typeface="Verdana"/>
                <a:ea typeface="Verdana"/>
                <a:cs typeface="Verdana"/>
                <a:sym typeface="Verdana"/>
              </a:rPr>
              <a:t>Points</a:t>
            </a:r>
            <a:endParaRPr sz="900">
              <a:solidFill>
                <a:srgbClr val="53565A"/>
              </a:solidFill>
              <a:latin typeface="Verdana"/>
              <a:ea typeface="Verdana"/>
              <a:cs typeface="Verdana"/>
              <a:sym typeface="Verdana"/>
            </a:endParaRPr>
          </a:p>
          <a:p>
            <a:pPr indent="-108000" lvl="0" marL="108000" marR="0" rtl="0" algn="l">
              <a:lnSpc>
                <a:spcPct val="100000"/>
              </a:lnSpc>
              <a:spcBef>
                <a:spcPts val="400"/>
              </a:spcBef>
              <a:spcAft>
                <a:spcPts val="0"/>
              </a:spcAft>
              <a:buClr>
                <a:srgbClr val="53565A"/>
              </a:buClr>
              <a:buSzPts val="900"/>
              <a:buFont typeface="Verdana"/>
              <a:buChar char="●"/>
            </a:pPr>
            <a:r>
              <a:rPr lang="en" sz="900">
                <a:solidFill>
                  <a:srgbClr val="53565A"/>
                </a:solidFill>
                <a:latin typeface="Verdana"/>
                <a:ea typeface="Verdana"/>
                <a:cs typeface="Verdana"/>
                <a:sym typeface="Verdana"/>
              </a:rPr>
              <a:t>Points</a:t>
            </a:r>
            <a:endParaRPr sz="900">
              <a:solidFill>
                <a:srgbClr val="53565A"/>
              </a:solidFill>
              <a:latin typeface="Verdana"/>
              <a:ea typeface="Verdana"/>
              <a:cs typeface="Verdana"/>
              <a:sym typeface="Verdana"/>
            </a:endParaRPr>
          </a:p>
          <a:p>
            <a:pPr indent="-108000" lvl="0" marL="108000" marR="0" rtl="0" algn="l">
              <a:lnSpc>
                <a:spcPct val="100000"/>
              </a:lnSpc>
              <a:spcBef>
                <a:spcPts val="400"/>
              </a:spcBef>
              <a:spcAft>
                <a:spcPts val="0"/>
              </a:spcAft>
              <a:buClr>
                <a:srgbClr val="53565A"/>
              </a:buClr>
              <a:buSzPts val="900"/>
              <a:buFont typeface="Verdana"/>
              <a:buChar char="●"/>
            </a:pPr>
            <a:r>
              <a:rPr lang="en" sz="900">
                <a:solidFill>
                  <a:srgbClr val="53565A"/>
                </a:solidFill>
                <a:latin typeface="Verdana"/>
                <a:ea typeface="Verdana"/>
                <a:cs typeface="Verdana"/>
                <a:sym typeface="Verdana"/>
              </a:rPr>
              <a:t>Points</a:t>
            </a:r>
            <a:endParaRPr sz="900">
              <a:solidFill>
                <a:srgbClr val="53565A"/>
              </a:solidFill>
              <a:latin typeface="Verdana"/>
              <a:ea typeface="Verdana"/>
              <a:cs typeface="Verdana"/>
              <a:sym typeface="Verdana"/>
            </a:endParaRPr>
          </a:p>
          <a:p>
            <a:pPr indent="-108000" lvl="0" marL="108000" marR="0" rtl="0" algn="l">
              <a:lnSpc>
                <a:spcPct val="100000"/>
              </a:lnSpc>
              <a:spcBef>
                <a:spcPts val="400"/>
              </a:spcBef>
              <a:spcAft>
                <a:spcPts val="400"/>
              </a:spcAft>
              <a:buClr>
                <a:srgbClr val="53565A"/>
              </a:buClr>
              <a:buSzPts val="900"/>
              <a:buFont typeface="Verdana"/>
              <a:buChar char="●"/>
            </a:pPr>
            <a:r>
              <a:rPr lang="en" sz="900">
                <a:solidFill>
                  <a:srgbClr val="53565A"/>
                </a:solidFill>
                <a:latin typeface="Verdana"/>
                <a:ea typeface="Verdana"/>
                <a:cs typeface="Verdana"/>
                <a:sym typeface="Verdana"/>
              </a:rPr>
              <a:t>Points</a:t>
            </a:r>
            <a:endParaRPr sz="900">
              <a:solidFill>
                <a:srgbClr val="53565A"/>
              </a:solidFill>
              <a:latin typeface="Verdana"/>
              <a:ea typeface="Verdana"/>
              <a:cs typeface="Verdana"/>
              <a:sym typeface="Verdana"/>
            </a:endParaRPr>
          </a:p>
        </p:txBody>
      </p:sp>
      <p:sp>
        <p:nvSpPr>
          <p:cNvPr id="123" name="Google Shape;123;p13"/>
          <p:cNvSpPr txBox="1"/>
          <p:nvPr/>
        </p:nvSpPr>
        <p:spPr>
          <a:xfrm>
            <a:off x="5868375" y="2032225"/>
            <a:ext cx="2089200" cy="127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lang="en" sz="900">
                <a:solidFill>
                  <a:srgbClr val="53565A"/>
                </a:solidFill>
                <a:latin typeface="Verdana"/>
                <a:ea typeface="Verdana"/>
                <a:cs typeface="Verdana"/>
                <a:sym typeface="Verdana"/>
              </a:rPr>
              <a:t>Lorem ipsum</a:t>
            </a:r>
            <a:endParaRPr b="1" i="0" sz="900" u="none" cap="none" strike="noStrike">
              <a:solidFill>
                <a:srgbClr val="53565A"/>
              </a:solidFill>
              <a:latin typeface="Verdana"/>
              <a:ea typeface="Verdana"/>
              <a:cs typeface="Verdana"/>
              <a:sym typeface="Verdana"/>
            </a:endParaRPr>
          </a:p>
          <a:p>
            <a:pPr indent="-108000" lvl="0" marL="108000" marR="0" rtl="0" algn="l">
              <a:lnSpc>
                <a:spcPct val="100000"/>
              </a:lnSpc>
              <a:spcBef>
                <a:spcPts val="400"/>
              </a:spcBef>
              <a:spcAft>
                <a:spcPts val="0"/>
              </a:spcAft>
              <a:buClr>
                <a:srgbClr val="53565A"/>
              </a:buClr>
              <a:buSzPts val="900"/>
              <a:buFont typeface="Verdana"/>
              <a:buChar char="●"/>
            </a:pPr>
            <a:r>
              <a:rPr lang="en" sz="900">
                <a:solidFill>
                  <a:srgbClr val="53565A"/>
                </a:solidFill>
                <a:latin typeface="Verdana"/>
                <a:ea typeface="Verdana"/>
                <a:cs typeface="Verdana"/>
                <a:sym typeface="Verdana"/>
              </a:rPr>
              <a:t>Points</a:t>
            </a:r>
            <a:endParaRPr sz="900">
              <a:solidFill>
                <a:srgbClr val="53565A"/>
              </a:solidFill>
              <a:latin typeface="Verdana"/>
              <a:ea typeface="Verdana"/>
              <a:cs typeface="Verdana"/>
              <a:sym typeface="Verdana"/>
            </a:endParaRPr>
          </a:p>
          <a:p>
            <a:pPr indent="-108000" lvl="0" marL="108000" marR="0" rtl="0" algn="l">
              <a:lnSpc>
                <a:spcPct val="100000"/>
              </a:lnSpc>
              <a:spcBef>
                <a:spcPts val="400"/>
              </a:spcBef>
              <a:spcAft>
                <a:spcPts val="0"/>
              </a:spcAft>
              <a:buClr>
                <a:srgbClr val="53565A"/>
              </a:buClr>
              <a:buSzPts val="900"/>
              <a:buFont typeface="Verdana"/>
              <a:buChar char="●"/>
            </a:pPr>
            <a:r>
              <a:rPr lang="en" sz="900">
                <a:solidFill>
                  <a:srgbClr val="53565A"/>
                </a:solidFill>
                <a:latin typeface="Verdana"/>
                <a:ea typeface="Verdana"/>
                <a:cs typeface="Verdana"/>
                <a:sym typeface="Verdana"/>
              </a:rPr>
              <a:t>Points</a:t>
            </a:r>
            <a:endParaRPr sz="900">
              <a:solidFill>
                <a:srgbClr val="53565A"/>
              </a:solidFill>
              <a:latin typeface="Verdana"/>
              <a:ea typeface="Verdana"/>
              <a:cs typeface="Verdana"/>
              <a:sym typeface="Verdana"/>
            </a:endParaRPr>
          </a:p>
          <a:p>
            <a:pPr indent="-108000" lvl="0" marL="108000" marR="0" rtl="0" algn="l">
              <a:lnSpc>
                <a:spcPct val="100000"/>
              </a:lnSpc>
              <a:spcBef>
                <a:spcPts val="400"/>
              </a:spcBef>
              <a:spcAft>
                <a:spcPts val="0"/>
              </a:spcAft>
              <a:buClr>
                <a:srgbClr val="53565A"/>
              </a:buClr>
              <a:buSzPts val="900"/>
              <a:buFont typeface="Verdana"/>
              <a:buChar char="●"/>
            </a:pPr>
            <a:r>
              <a:rPr lang="en" sz="900">
                <a:solidFill>
                  <a:srgbClr val="53565A"/>
                </a:solidFill>
                <a:latin typeface="Verdana"/>
                <a:ea typeface="Verdana"/>
                <a:cs typeface="Verdana"/>
                <a:sym typeface="Verdana"/>
              </a:rPr>
              <a:t>Points</a:t>
            </a:r>
            <a:endParaRPr sz="900">
              <a:solidFill>
                <a:srgbClr val="53565A"/>
              </a:solidFill>
              <a:latin typeface="Verdana"/>
              <a:ea typeface="Verdana"/>
              <a:cs typeface="Verdana"/>
              <a:sym typeface="Verdana"/>
            </a:endParaRPr>
          </a:p>
          <a:p>
            <a:pPr indent="-108000" lvl="0" marL="108000" marR="0" rtl="0" algn="l">
              <a:lnSpc>
                <a:spcPct val="100000"/>
              </a:lnSpc>
              <a:spcBef>
                <a:spcPts val="400"/>
              </a:spcBef>
              <a:spcAft>
                <a:spcPts val="0"/>
              </a:spcAft>
              <a:buClr>
                <a:srgbClr val="53565A"/>
              </a:buClr>
              <a:buSzPts val="900"/>
              <a:buFont typeface="Verdana"/>
              <a:buChar char="●"/>
            </a:pPr>
            <a:r>
              <a:rPr lang="en" sz="900">
                <a:solidFill>
                  <a:srgbClr val="53565A"/>
                </a:solidFill>
                <a:latin typeface="Verdana"/>
                <a:ea typeface="Verdana"/>
                <a:cs typeface="Verdana"/>
                <a:sym typeface="Verdana"/>
              </a:rPr>
              <a:t>Points</a:t>
            </a:r>
            <a:endParaRPr sz="900">
              <a:solidFill>
                <a:srgbClr val="53565A"/>
              </a:solidFill>
              <a:latin typeface="Verdana"/>
              <a:ea typeface="Verdana"/>
              <a:cs typeface="Verdana"/>
              <a:sym typeface="Verdana"/>
            </a:endParaRPr>
          </a:p>
          <a:p>
            <a:pPr indent="-108000" lvl="0" marL="108000" marR="0" rtl="0" algn="l">
              <a:lnSpc>
                <a:spcPct val="100000"/>
              </a:lnSpc>
              <a:spcBef>
                <a:spcPts val="400"/>
              </a:spcBef>
              <a:spcAft>
                <a:spcPts val="400"/>
              </a:spcAft>
              <a:buClr>
                <a:srgbClr val="53565A"/>
              </a:buClr>
              <a:buSzPts val="900"/>
              <a:buFont typeface="Verdana"/>
              <a:buChar char="●"/>
            </a:pPr>
            <a:r>
              <a:rPr lang="en" sz="900">
                <a:solidFill>
                  <a:srgbClr val="53565A"/>
                </a:solidFill>
                <a:latin typeface="Verdana"/>
                <a:ea typeface="Verdana"/>
                <a:cs typeface="Verdana"/>
                <a:sym typeface="Verdana"/>
              </a:rPr>
              <a:t>Points</a:t>
            </a:r>
            <a:endParaRPr sz="900">
              <a:solidFill>
                <a:srgbClr val="53565A"/>
              </a:solidFill>
              <a:latin typeface="Verdana"/>
              <a:ea typeface="Verdana"/>
              <a:cs typeface="Verdana"/>
              <a:sym typeface="Verdana"/>
            </a:endParaRPr>
          </a:p>
        </p:txBody>
      </p:sp>
      <p:sp>
        <p:nvSpPr>
          <p:cNvPr id="124" name="Google Shape;124;p13"/>
          <p:cNvSpPr txBox="1"/>
          <p:nvPr>
            <p:ph type="title"/>
          </p:nvPr>
        </p:nvSpPr>
        <p:spPr>
          <a:xfrm>
            <a:off x="642975" y="209250"/>
            <a:ext cx="63183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4"/>
          <p:cNvSpPr txBox="1"/>
          <p:nvPr/>
        </p:nvSpPr>
        <p:spPr>
          <a:xfrm>
            <a:off x="6558585" y="1642757"/>
            <a:ext cx="1221600" cy="306900"/>
          </a:xfrm>
          <a:prstGeom prst="rect">
            <a:avLst/>
          </a:prstGeom>
          <a:noFill/>
          <a:ln>
            <a:noFill/>
          </a:ln>
        </p:spPr>
        <p:txBody>
          <a:bodyPr anchorCtr="0" anchor="t" bIns="22400" lIns="44800" spcFirstLastPara="1" rIns="44800" wrap="square" tIns="22400">
            <a:spAutoFit/>
          </a:bodyPr>
          <a:lstStyle/>
          <a:p>
            <a:pPr indent="0" lvl="0" marL="0" marR="0" rtl="0" algn="l">
              <a:lnSpc>
                <a:spcPct val="100000"/>
              </a:lnSpc>
              <a:spcBef>
                <a:spcPts val="0"/>
              </a:spcBef>
              <a:spcAft>
                <a:spcPts val="0"/>
              </a:spcAft>
              <a:buClr>
                <a:srgbClr val="000000"/>
              </a:buClr>
              <a:buSzPts val="1700"/>
              <a:buFont typeface="Arial"/>
              <a:buNone/>
            </a:pPr>
            <a:r>
              <a:rPr b="1" lang="en" sz="1700">
                <a:solidFill>
                  <a:srgbClr val="53565A"/>
                </a:solidFill>
                <a:latin typeface="Verdana"/>
                <a:ea typeface="Verdana"/>
                <a:cs typeface="Verdana"/>
                <a:sym typeface="Verdana"/>
              </a:rPr>
              <a:t>Dolor</a:t>
            </a:r>
            <a:endParaRPr b="1" i="0" sz="1500" u="none" cap="none" strike="noStrike">
              <a:solidFill>
                <a:srgbClr val="53565A"/>
              </a:solidFill>
              <a:latin typeface="Verdana"/>
              <a:ea typeface="Verdana"/>
              <a:cs typeface="Verdana"/>
              <a:sym typeface="Verdana"/>
            </a:endParaRPr>
          </a:p>
        </p:txBody>
      </p:sp>
      <p:sp>
        <p:nvSpPr>
          <p:cNvPr id="132" name="Google Shape;132;p14"/>
          <p:cNvSpPr txBox="1"/>
          <p:nvPr/>
        </p:nvSpPr>
        <p:spPr>
          <a:xfrm>
            <a:off x="884820" y="1642757"/>
            <a:ext cx="1158000" cy="306900"/>
          </a:xfrm>
          <a:prstGeom prst="rect">
            <a:avLst/>
          </a:prstGeom>
          <a:noFill/>
          <a:ln>
            <a:noFill/>
          </a:ln>
        </p:spPr>
        <p:txBody>
          <a:bodyPr anchorCtr="0" anchor="t" bIns="22400" lIns="44800" spcFirstLastPara="1" rIns="44800" wrap="square" tIns="22400">
            <a:spAutoFit/>
          </a:bodyPr>
          <a:lstStyle/>
          <a:p>
            <a:pPr indent="0" lvl="0" marL="0" marR="0" rtl="0" algn="l">
              <a:lnSpc>
                <a:spcPct val="100000"/>
              </a:lnSpc>
              <a:spcBef>
                <a:spcPts val="0"/>
              </a:spcBef>
              <a:spcAft>
                <a:spcPts val="0"/>
              </a:spcAft>
              <a:buClr>
                <a:srgbClr val="000000"/>
              </a:buClr>
              <a:buSzPts val="1700"/>
              <a:buFont typeface="Arial"/>
              <a:buNone/>
            </a:pPr>
            <a:r>
              <a:rPr b="1" lang="en" sz="1700">
                <a:solidFill>
                  <a:srgbClr val="53565A"/>
                </a:solidFill>
                <a:latin typeface="Verdana"/>
                <a:ea typeface="Verdana"/>
                <a:cs typeface="Verdana"/>
                <a:sym typeface="Verdana"/>
              </a:rPr>
              <a:t>Lorem</a:t>
            </a:r>
            <a:endParaRPr b="1" i="0" sz="1500" u="none" cap="none" strike="noStrike">
              <a:solidFill>
                <a:srgbClr val="53565A"/>
              </a:solidFill>
              <a:latin typeface="Verdana"/>
              <a:ea typeface="Verdana"/>
              <a:cs typeface="Verdana"/>
              <a:sym typeface="Verdana"/>
            </a:endParaRPr>
          </a:p>
        </p:txBody>
      </p:sp>
      <p:sp>
        <p:nvSpPr>
          <p:cNvPr id="133" name="Google Shape;133;p14"/>
          <p:cNvSpPr txBox="1"/>
          <p:nvPr/>
        </p:nvSpPr>
        <p:spPr>
          <a:xfrm>
            <a:off x="532167" y="1427350"/>
            <a:ext cx="352500" cy="568500"/>
          </a:xfrm>
          <a:prstGeom prst="rect">
            <a:avLst/>
          </a:prstGeom>
          <a:noFill/>
          <a:ln>
            <a:noFill/>
          </a:ln>
        </p:spPr>
        <p:txBody>
          <a:bodyPr anchorCtr="0" anchor="t" bIns="22400" lIns="44800" spcFirstLastPara="1" rIns="44800" wrap="square" tIns="22400">
            <a:spAutoFit/>
          </a:bodyPr>
          <a:lstStyle/>
          <a:p>
            <a:pPr indent="0" lvl="0" marL="0" marR="0" rtl="0" algn="l">
              <a:lnSpc>
                <a:spcPct val="100000"/>
              </a:lnSpc>
              <a:spcBef>
                <a:spcPts val="0"/>
              </a:spcBef>
              <a:spcAft>
                <a:spcPts val="0"/>
              </a:spcAft>
              <a:buClr>
                <a:srgbClr val="000000"/>
              </a:buClr>
              <a:buSzPts val="1569"/>
              <a:buFont typeface="Arial"/>
              <a:buNone/>
            </a:pPr>
            <a:r>
              <a:rPr b="0" i="0" lang="en" sz="3400" u="none" cap="none" strike="noStrike">
                <a:solidFill>
                  <a:srgbClr val="6D2077"/>
                </a:solidFill>
                <a:latin typeface="Verdana"/>
                <a:ea typeface="Verdana"/>
                <a:cs typeface="Verdana"/>
                <a:sym typeface="Verdana"/>
              </a:rPr>
              <a:t>1</a:t>
            </a:r>
            <a:endParaRPr b="0" i="0" sz="3400" u="none" cap="none" strike="noStrike">
              <a:solidFill>
                <a:srgbClr val="6D2077"/>
              </a:solidFill>
              <a:latin typeface="Verdana"/>
              <a:ea typeface="Verdana"/>
              <a:cs typeface="Verdana"/>
              <a:sym typeface="Verdana"/>
            </a:endParaRPr>
          </a:p>
        </p:txBody>
      </p:sp>
      <p:sp>
        <p:nvSpPr>
          <p:cNvPr id="134" name="Google Shape;134;p14"/>
          <p:cNvSpPr txBox="1"/>
          <p:nvPr/>
        </p:nvSpPr>
        <p:spPr>
          <a:xfrm>
            <a:off x="3715655" y="1642757"/>
            <a:ext cx="1352100" cy="306900"/>
          </a:xfrm>
          <a:prstGeom prst="rect">
            <a:avLst/>
          </a:prstGeom>
          <a:noFill/>
          <a:ln>
            <a:noFill/>
          </a:ln>
        </p:spPr>
        <p:txBody>
          <a:bodyPr anchorCtr="0" anchor="t" bIns="22400" lIns="44800" spcFirstLastPara="1" rIns="44800" wrap="square" tIns="22400">
            <a:spAutoFit/>
          </a:bodyPr>
          <a:lstStyle/>
          <a:p>
            <a:pPr indent="0" lvl="0" marL="0" marR="0" rtl="0" algn="l">
              <a:lnSpc>
                <a:spcPct val="100000"/>
              </a:lnSpc>
              <a:spcBef>
                <a:spcPts val="0"/>
              </a:spcBef>
              <a:spcAft>
                <a:spcPts val="0"/>
              </a:spcAft>
              <a:buClr>
                <a:srgbClr val="000000"/>
              </a:buClr>
              <a:buSzPts val="1700"/>
              <a:buFont typeface="Arial"/>
              <a:buNone/>
            </a:pPr>
            <a:r>
              <a:rPr b="1" lang="en" sz="1700">
                <a:solidFill>
                  <a:srgbClr val="53565A"/>
                </a:solidFill>
                <a:latin typeface="Verdana"/>
                <a:ea typeface="Verdana"/>
                <a:cs typeface="Verdana"/>
                <a:sym typeface="Verdana"/>
              </a:rPr>
              <a:t>Ipsum</a:t>
            </a:r>
            <a:endParaRPr b="1" i="0" sz="1500" u="none" cap="none" strike="noStrike">
              <a:solidFill>
                <a:srgbClr val="53565A"/>
              </a:solidFill>
              <a:latin typeface="Verdana"/>
              <a:ea typeface="Verdana"/>
              <a:cs typeface="Verdana"/>
              <a:sym typeface="Verdana"/>
            </a:endParaRPr>
          </a:p>
        </p:txBody>
      </p:sp>
      <p:sp>
        <p:nvSpPr>
          <p:cNvPr id="135" name="Google Shape;135;p14"/>
          <p:cNvSpPr txBox="1"/>
          <p:nvPr/>
        </p:nvSpPr>
        <p:spPr>
          <a:xfrm>
            <a:off x="3306700" y="1427350"/>
            <a:ext cx="352500" cy="568500"/>
          </a:xfrm>
          <a:prstGeom prst="rect">
            <a:avLst/>
          </a:prstGeom>
          <a:noFill/>
          <a:ln>
            <a:noFill/>
          </a:ln>
        </p:spPr>
        <p:txBody>
          <a:bodyPr anchorCtr="0" anchor="t" bIns="22400" lIns="44800" spcFirstLastPara="1" rIns="44800" wrap="square" tIns="22400">
            <a:spAutoFit/>
          </a:bodyPr>
          <a:lstStyle/>
          <a:p>
            <a:pPr indent="0" lvl="0" marL="0" marR="0" rtl="0" algn="l">
              <a:lnSpc>
                <a:spcPct val="100000"/>
              </a:lnSpc>
              <a:spcBef>
                <a:spcPts val="0"/>
              </a:spcBef>
              <a:spcAft>
                <a:spcPts val="0"/>
              </a:spcAft>
              <a:buClr>
                <a:srgbClr val="000000"/>
              </a:buClr>
              <a:buSzPts val="1569"/>
              <a:buFont typeface="Arial"/>
              <a:buNone/>
            </a:pPr>
            <a:r>
              <a:rPr b="0" i="0" lang="en" sz="3400" u="none" cap="none" strike="noStrike">
                <a:solidFill>
                  <a:srgbClr val="DA291C"/>
                </a:solidFill>
                <a:latin typeface="Verdana"/>
                <a:ea typeface="Verdana"/>
                <a:cs typeface="Verdana"/>
                <a:sym typeface="Verdana"/>
              </a:rPr>
              <a:t>2</a:t>
            </a:r>
            <a:endParaRPr b="0" i="0" sz="2700" u="none" cap="none" strike="noStrike">
              <a:solidFill>
                <a:srgbClr val="DA291C"/>
              </a:solidFill>
              <a:latin typeface="Verdana"/>
              <a:ea typeface="Verdana"/>
              <a:cs typeface="Verdana"/>
              <a:sym typeface="Verdana"/>
            </a:endParaRPr>
          </a:p>
        </p:txBody>
      </p:sp>
      <p:sp>
        <p:nvSpPr>
          <p:cNvPr id="136" name="Google Shape;136;p14"/>
          <p:cNvSpPr txBox="1"/>
          <p:nvPr/>
        </p:nvSpPr>
        <p:spPr>
          <a:xfrm>
            <a:off x="6220978" y="1427350"/>
            <a:ext cx="352500" cy="568500"/>
          </a:xfrm>
          <a:prstGeom prst="rect">
            <a:avLst/>
          </a:prstGeom>
          <a:noFill/>
          <a:ln>
            <a:noFill/>
          </a:ln>
        </p:spPr>
        <p:txBody>
          <a:bodyPr anchorCtr="0" anchor="t" bIns="22400" lIns="44800" spcFirstLastPara="1" rIns="44800" wrap="square" tIns="22400">
            <a:spAutoFit/>
          </a:bodyPr>
          <a:lstStyle/>
          <a:p>
            <a:pPr indent="0" lvl="0" marL="0" marR="0" rtl="0" algn="l">
              <a:lnSpc>
                <a:spcPct val="100000"/>
              </a:lnSpc>
              <a:spcBef>
                <a:spcPts val="0"/>
              </a:spcBef>
              <a:spcAft>
                <a:spcPts val="0"/>
              </a:spcAft>
              <a:buClr>
                <a:srgbClr val="000000"/>
              </a:buClr>
              <a:buSzPts val="1569"/>
              <a:buFont typeface="Arial"/>
              <a:buNone/>
            </a:pPr>
            <a:r>
              <a:rPr b="0" i="0" lang="en" sz="3400" u="none" cap="none" strike="noStrike">
                <a:solidFill>
                  <a:srgbClr val="FFC72C"/>
                </a:solidFill>
                <a:latin typeface="Verdana"/>
                <a:ea typeface="Verdana"/>
                <a:cs typeface="Verdana"/>
                <a:sym typeface="Verdana"/>
              </a:rPr>
              <a:t>3</a:t>
            </a:r>
            <a:endParaRPr b="0" i="0" sz="2700" u="none" cap="none" strike="noStrike">
              <a:solidFill>
                <a:srgbClr val="FFC72C"/>
              </a:solidFill>
              <a:latin typeface="Verdana"/>
              <a:ea typeface="Verdana"/>
              <a:cs typeface="Verdana"/>
              <a:sym typeface="Verdana"/>
            </a:endParaRPr>
          </a:p>
        </p:txBody>
      </p:sp>
      <p:cxnSp>
        <p:nvCxnSpPr>
          <p:cNvPr id="137" name="Google Shape;137;p14"/>
          <p:cNvCxnSpPr/>
          <p:nvPr/>
        </p:nvCxnSpPr>
        <p:spPr>
          <a:xfrm>
            <a:off x="609644" y="1995850"/>
            <a:ext cx="1344300" cy="0"/>
          </a:xfrm>
          <a:prstGeom prst="straightConnector1">
            <a:avLst/>
          </a:prstGeom>
          <a:noFill/>
          <a:ln cap="flat" cmpd="sng" w="19050">
            <a:solidFill>
              <a:srgbClr val="6D2077"/>
            </a:solidFill>
            <a:prstDash val="solid"/>
            <a:round/>
            <a:headEnd len="sm" w="sm" type="none"/>
            <a:tailEnd len="sm" w="sm" type="none"/>
          </a:ln>
        </p:spPr>
      </p:cxnSp>
      <p:cxnSp>
        <p:nvCxnSpPr>
          <p:cNvPr id="138" name="Google Shape;138;p14"/>
          <p:cNvCxnSpPr/>
          <p:nvPr/>
        </p:nvCxnSpPr>
        <p:spPr>
          <a:xfrm>
            <a:off x="6230125" y="1995850"/>
            <a:ext cx="1478100" cy="0"/>
          </a:xfrm>
          <a:prstGeom prst="straightConnector1">
            <a:avLst/>
          </a:prstGeom>
          <a:noFill/>
          <a:ln cap="flat" cmpd="sng" w="19050">
            <a:solidFill>
              <a:srgbClr val="FFC72C"/>
            </a:solidFill>
            <a:prstDash val="solid"/>
            <a:round/>
            <a:headEnd len="sm" w="sm" type="none"/>
            <a:tailEnd len="sm" w="sm" type="none"/>
          </a:ln>
        </p:spPr>
      </p:cxnSp>
      <p:cxnSp>
        <p:nvCxnSpPr>
          <p:cNvPr id="139" name="Google Shape;139;p14"/>
          <p:cNvCxnSpPr/>
          <p:nvPr/>
        </p:nvCxnSpPr>
        <p:spPr>
          <a:xfrm>
            <a:off x="3366411" y="1995850"/>
            <a:ext cx="1344300" cy="0"/>
          </a:xfrm>
          <a:prstGeom prst="straightConnector1">
            <a:avLst/>
          </a:prstGeom>
          <a:noFill/>
          <a:ln cap="flat" cmpd="sng" w="19050">
            <a:solidFill>
              <a:srgbClr val="DA291C"/>
            </a:solidFill>
            <a:prstDash val="solid"/>
            <a:round/>
            <a:headEnd len="sm" w="sm" type="none"/>
            <a:tailEnd len="sm" w="sm" type="none"/>
          </a:ln>
        </p:spPr>
      </p:cxnSp>
      <p:sp>
        <p:nvSpPr>
          <p:cNvPr id="140" name="Google Shape;140;p14"/>
          <p:cNvSpPr txBox="1"/>
          <p:nvPr/>
        </p:nvSpPr>
        <p:spPr>
          <a:xfrm>
            <a:off x="517725" y="2177450"/>
            <a:ext cx="2537700" cy="1035600"/>
          </a:xfrm>
          <a:prstGeom prst="rect">
            <a:avLst/>
          </a:prstGeom>
          <a:noFill/>
          <a:ln>
            <a:noFill/>
          </a:ln>
        </p:spPr>
        <p:txBody>
          <a:bodyPr anchorCtr="0" anchor="t" bIns="22400" lIns="44800" spcFirstLastPara="1" rIns="44800" wrap="square" tIns="22400">
            <a:spAutoFit/>
          </a:bodyPr>
          <a:lstStyle/>
          <a:p>
            <a:pPr indent="0" lvl="0" marL="0" marR="0" rtl="0" algn="l">
              <a:lnSpc>
                <a:spcPct val="100000"/>
              </a:lnSpc>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Where does it come from?</a:t>
            </a:r>
            <a:endParaRPr b="0" i="1" sz="1100" u="none" cap="none" strike="noStrike">
              <a:solidFill>
                <a:srgbClr val="53565A"/>
              </a:solidFill>
              <a:latin typeface="Verdana"/>
              <a:ea typeface="Verdana"/>
              <a:cs typeface="Verdana"/>
              <a:sym typeface="Verdana"/>
            </a:endParaRPr>
          </a:p>
          <a:p>
            <a:pPr indent="-95300" lvl="0" marL="108000" marR="0" rtl="0" algn="l">
              <a:lnSpc>
                <a:spcPct val="100000"/>
              </a:lnSpc>
              <a:spcBef>
                <a:spcPts val="500"/>
              </a:spcBef>
              <a:spcAft>
                <a:spcPts val="0"/>
              </a:spcAft>
              <a:buClr>
                <a:srgbClr val="53565A"/>
              </a:buClr>
              <a:buSzPts val="900"/>
              <a:buFont typeface="Arial"/>
              <a:buChar char="•"/>
            </a:pPr>
            <a:r>
              <a:rPr lang="en" sz="900">
                <a:solidFill>
                  <a:srgbClr val="53565A"/>
                </a:solidFill>
                <a:latin typeface="Verdana"/>
                <a:ea typeface="Verdana"/>
                <a:cs typeface="Verdana"/>
                <a:sym typeface="Verdana"/>
              </a:rPr>
              <a:t>Contrary to popular belief, Lorem Ipsum is not simply random text. </a:t>
            </a:r>
            <a:endParaRPr sz="900">
              <a:solidFill>
                <a:srgbClr val="53565A"/>
              </a:solidFill>
              <a:latin typeface="Verdana"/>
              <a:ea typeface="Verdana"/>
              <a:cs typeface="Verdana"/>
              <a:sym typeface="Verdana"/>
            </a:endParaRPr>
          </a:p>
          <a:p>
            <a:pPr indent="-95300" lvl="0" marL="108000" marR="0" rtl="0" algn="l">
              <a:lnSpc>
                <a:spcPct val="100000"/>
              </a:lnSpc>
              <a:spcBef>
                <a:spcPts val="500"/>
              </a:spcBef>
              <a:spcAft>
                <a:spcPts val="0"/>
              </a:spcAft>
              <a:buClr>
                <a:srgbClr val="53565A"/>
              </a:buClr>
              <a:buSzPts val="900"/>
              <a:buFont typeface="Arial"/>
              <a:buChar char="•"/>
            </a:pPr>
            <a:r>
              <a:rPr lang="en" sz="900">
                <a:solidFill>
                  <a:srgbClr val="53565A"/>
                </a:solidFill>
                <a:latin typeface="Verdana"/>
                <a:ea typeface="Verdana"/>
                <a:cs typeface="Verdana"/>
                <a:sym typeface="Verdana"/>
              </a:rPr>
              <a:t>It has roots in a piece of classical Latin literature from 45 BC, making it over 2000 years old.</a:t>
            </a:r>
            <a:endParaRPr b="1" i="0" sz="1400" u="none" cap="none" strike="noStrike">
              <a:solidFill>
                <a:srgbClr val="53565A"/>
              </a:solidFill>
              <a:latin typeface="Verdana"/>
              <a:ea typeface="Verdana"/>
              <a:cs typeface="Verdana"/>
              <a:sym typeface="Verdana"/>
            </a:endParaRPr>
          </a:p>
        </p:txBody>
      </p:sp>
      <p:sp>
        <p:nvSpPr>
          <p:cNvPr id="141" name="Google Shape;141;p14"/>
          <p:cNvSpPr txBox="1"/>
          <p:nvPr/>
        </p:nvSpPr>
        <p:spPr>
          <a:xfrm>
            <a:off x="3303150" y="2177450"/>
            <a:ext cx="2537700" cy="1035600"/>
          </a:xfrm>
          <a:prstGeom prst="rect">
            <a:avLst/>
          </a:prstGeom>
          <a:noFill/>
          <a:ln>
            <a:noFill/>
          </a:ln>
        </p:spPr>
        <p:txBody>
          <a:bodyPr anchorCtr="0" anchor="t" bIns="22400" lIns="44800" spcFirstLastPara="1" rIns="44800" wrap="square" tIns="22400">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Where does it come from?</a:t>
            </a:r>
            <a:endParaRPr i="1" sz="1100">
              <a:solidFill>
                <a:srgbClr val="53565A"/>
              </a:solidFill>
              <a:latin typeface="Verdana"/>
              <a:ea typeface="Verdana"/>
              <a:cs typeface="Verdana"/>
              <a:sym typeface="Verdana"/>
            </a:endParaRPr>
          </a:p>
          <a:p>
            <a:pPr indent="-95300" lvl="0" marL="108000" rtl="0" algn="l">
              <a:spcBef>
                <a:spcPts val="500"/>
              </a:spcBef>
              <a:spcAft>
                <a:spcPts val="0"/>
              </a:spcAft>
              <a:buClr>
                <a:srgbClr val="53565A"/>
              </a:buClr>
              <a:buSzPts val="900"/>
              <a:buChar char="•"/>
            </a:pPr>
            <a:r>
              <a:rPr lang="en" sz="900">
                <a:solidFill>
                  <a:srgbClr val="53565A"/>
                </a:solidFill>
                <a:latin typeface="Verdana"/>
                <a:ea typeface="Verdana"/>
                <a:cs typeface="Verdana"/>
                <a:sym typeface="Verdana"/>
              </a:rPr>
              <a:t>Contrary to popular belief, Lorem Ipsum is not simply random text. </a:t>
            </a:r>
            <a:endParaRPr sz="900">
              <a:solidFill>
                <a:srgbClr val="53565A"/>
              </a:solidFill>
              <a:latin typeface="Verdana"/>
              <a:ea typeface="Verdana"/>
              <a:cs typeface="Verdana"/>
              <a:sym typeface="Verdana"/>
            </a:endParaRPr>
          </a:p>
          <a:p>
            <a:pPr indent="-95300" lvl="0" marL="108000" rtl="0" algn="l">
              <a:spcBef>
                <a:spcPts val="500"/>
              </a:spcBef>
              <a:spcAft>
                <a:spcPts val="0"/>
              </a:spcAft>
              <a:buClr>
                <a:srgbClr val="53565A"/>
              </a:buClr>
              <a:buSzPts val="900"/>
              <a:buChar char="•"/>
            </a:pPr>
            <a:r>
              <a:rPr lang="en" sz="900">
                <a:solidFill>
                  <a:srgbClr val="53565A"/>
                </a:solidFill>
                <a:latin typeface="Verdana"/>
                <a:ea typeface="Verdana"/>
                <a:cs typeface="Verdana"/>
                <a:sym typeface="Verdana"/>
              </a:rPr>
              <a:t>It has roots in a piece of classical Latin literature from 45 BC, making it over 2000 years old.</a:t>
            </a:r>
            <a:endParaRPr b="1" sz="1100">
              <a:solidFill>
                <a:srgbClr val="53565A"/>
              </a:solidFill>
              <a:latin typeface="Verdana"/>
              <a:ea typeface="Verdana"/>
              <a:cs typeface="Verdana"/>
              <a:sym typeface="Verdana"/>
            </a:endParaRPr>
          </a:p>
        </p:txBody>
      </p:sp>
      <p:sp>
        <p:nvSpPr>
          <p:cNvPr id="142" name="Google Shape;142;p14"/>
          <p:cNvSpPr txBox="1"/>
          <p:nvPr/>
        </p:nvSpPr>
        <p:spPr>
          <a:xfrm>
            <a:off x="6220975" y="2177450"/>
            <a:ext cx="2537700" cy="1035600"/>
          </a:xfrm>
          <a:prstGeom prst="rect">
            <a:avLst/>
          </a:prstGeom>
          <a:noFill/>
          <a:ln>
            <a:noFill/>
          </a:ln>
        </p:spPr>
        <p:txBody>
          <a:bodyPr anchorCtr="0" anchor="t" bIns="22400" lIns="44800" spcFirstLastPara="1" rIns="44800" wrap="square" tIns="22400">
            <a:spAutoFit/>
          </a:bodyPr>
          <a:lstStyle/>
          <a:p>
            <a:pPr indent="0" lvl="0" marL="0" rtl="0" algn="l">
              <a:spcBef>
                <a:spcPts val="0"/>
              </a:spcBef>
              <a:spcAft>
                <a:spcPts val="0"/>
              </a:spcAft>
              <a:buNone/>
            </a:pPr>
            <a:r>
              <a:rPr b="1" lang="en" sz="1100">
                <a:solidFill>
                  <a:srgbClr val="53565A"/>
                </a:solidFill>
                <a:latin typeface="Verdana"/>
                <a:ea typeface="Verdana"/>
                <a:cs typeface="Verdana"/>
                <a:sym typeface="Verdana"/>
              </a:rPr>
              <a:t>Where does it come from?</a:t>
            </a:r>
            <a:endParaRPr i="1" sz="1100">
              <a:solidFill>
                <a:srgbClr val="53565A"/>
              </a:solidFill>
              <a:latin typeface="Verdana"/>
              <a:ea typeface="Verdana"/>
              <a:cs typeface="Verdana"/>
              <a:sym typeface="Verdana"/>
            </a:endParaRPr>
          </a:p>
          <a:p>
            <a:pPr indent="-95300" lvl="0" marL="108000" rtl="0" algn="l">
              <a:spcBef>
                <a:spcPts val="500"/>
              </a:spcBef>
              <a:spcAft>
                <a:spcPts val="0"/>
              </a:spcAft>
              <a:buClr>
                <a:srgbClr val="53565A"/>
              </a:buClr>
              <a:buSzPts val="900"/>
              <a:buChar char="•"/>
            </a:pPr>
            <a:r>
              <a:rPr lang="en" sz="900">
                <a:solidFill>
                  <a:srgbClr val="53565A"/>
                </a:solidFill>
                <a:latin typeface="Verdana"/>
                <a:ea typeface="Verdana"/>
                <a:cs typeface="Verdana"/>
                <a:sym typeface="Verdana"/>
              </a:rPr>
              <a:t>Contrary to popular belief, Lorem Ipsum is not simply random text. </a:t>
            </a:r>
            <a:endParaRPr sz="900">
              <a:solidFill>
                <a:srgbClr val="53565A"/>
              </a:solidFill>
              <a:latin typeface="Verdana"/>
              <a:ea typeface="Verdana"/>
              <a:cs typeface="Verdana"/>
              <a:sym typeface="Verdana"/>
            </a:endParaRPr>
          </a:p>
          <a:p>
            <a:pPr indent="-95300" lvl="0" marL="108000" rtl="0" algn="l">
              <a:spcBef>
                <a:spcPts val="500"/>
              </a:spcBef>
              <a:spcAft>
                <a:spcPts val="0"/>
              </a:spcAft>
              <a:buClr>
                <a:srgbClr val="53565A"/>
              </a:buClr>
              <a:buSzPts val="900"/>
              <a:buChar char="•"/>
            </a:pPr>
            <a:r>
              <a:rPr lang="en" sz="900">
                <a:solidFill>
                  <a:srgbClr val="53565A"/>
                </a:solidFill>
                <a:latin typeface="Verdana"/>
                <a:ea typeface="Verdana"/>
                <a:cs typeface="Verdana"/>
                <a:sym typeface="Verdana"/>
              </a:rPr>
              <a:t>It has roots in a piece of classical Latin literature from 45 BC, making it over 2000 years old.</a:t>
            </a:r>
            <a:endParaRPr b="1" sz="1100">
              <a:solidFill>
                <a:srgbClr val="53565A"/>
              </a:solidFill>
              <a:latin typeface="Verdana"/>
              <a:ea typeface="Verdana"/>
              <a:cs typeface="Verdana"/>
              <a:sym typeface="Verdana"/>
            </a:endParaRPr>
          </a:p>
        </p:txBody>
      </p:sp>
      <p:sp>
        <p:nvSpPr>
          <p:cNvPr id="143" name="Google Shape;143;p14"/>
          <p:cNvSpPr txBox="1"/>
          <p:nvPr>
            <p:ph type="title"/>
          </p:nvPr>
        </p:nvSpPr>
        <p:spPr>
          <a:xfrm>
            <a:off x="642975" y="209250"/>
            <a:ext cx="63183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5"/>
          <p:cNvSpPr/>
          <p:nvPr/>
        </p:nvSpPr>
        <p:spPr>
          <a:xfrm>
            <a:off x="623000" y="1349025"/>
            <a:ext cx="416700" cy="416700"/>
          </a:xfrm>
          <a:prstGeom prst="roundRect">
            <a:avLst>
              <a:gd fmla="val 16667" name="adj"/>
            </a:avLst>
          </a:prstGeom>
          <a:solidFill>
            <a:srgbClr val="F2F2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150" name="Google Shape;150;p15"/>
          <p:cNvSpPr/>
          <p:nvPr/>
        </p:nvSpPr>
        <p:spPr>
          <a:xfrm>
            <a:off x="3458783" y="1334800"/>
            <a:ext cx="416700" cy="416700"/>
          </a:xfrm>
          <a:prstGeom prst="roundRect">
            <a:avLst>
              <a:gd fmla="val 16667" name="adj"/>
            </a:avLst>
          </a:prstGeom>
          <a:solidFill>
            <a:srgbClr val="F2F2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151" name="Google Shape;151;p15"/>
          <p:cNvSpPr/>
          <p:nvPr/>
        </p:nvSpPr>
        <p:spPr>
          <a:xfrm>
            <a:off x="6189200" y="1334800"/>
            <a:ext cx="416700" cy="416700"/>
          </a:xfrm>
          <a:prstGeom prst="roundRect">
            <a:avLst>
              <a:gd fmla="val 16667" name="adj"/>
            </a:avLst>
          </a:prstGeom>
          <a:solidFill>
            <a:srgbClr val="F2F2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152" name="Google Shape;152;p15"/>
          <p:cNvSpPr/>
          <p:nvPr/>
        </p:nvSpPr>
        <p:spPr>
          <a:xfrm>
            <a:off x="637600" y="3246000"/>
            <a:ext cx="416700" cy="416700"/>
          </a:xfrm>
          <a:prstGeom prst="roundRect">
            <a:avLst>
              <a:gd fmla="val 16667" name="adj"/>
            </a:avLst>
          </a:prstGeom>
          <a:solidFill>
            <a:srgbClr val="F2F2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153" name="Google Shape;153;p15"/>
          <p:cNvSpPr/>
          <p:nvPr/>
        </p:nvSpPr>
        <p:spPr>
          <a:xfrm>
            <a:off x="3494558" y="3246000"/>
            <a:ext cx="416700" cy="416700"/>
          </a:xfrm>
          <a:prstGeom prst="roundRect">
            <a:avLst>
              <a:gd fmla="val 16667" name="adj"/>
            </a:avLst>
          </a:prstGeom>
          <a:solidFill>
            <a:srgbClr val="F2F2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pic>
        <p:nvPicPr>
          <p:cNvPr id="154" name="Google Shape;154;p15"/>
          <p:cNvPicPr preferRelativeResize="0"/>
          <p:nvPr/>
        </p:nvPicPr>
        <p:blipFill rotWithShape="1">
          <a:blip r:embed="rId3">
            <a:alphaModFix/>
          </a:blip>
          <a:srcRect b="0" l="0" r="0" t="0"/>
          <a:stretch/>
        </p:blipFill>
        <p:spPr>
          <a:xfrm>
            <a:off x="708395" y="1434413"/>
            <a:ext cx="276855" cy="276900"/>
          </a:xfrm>
          <a:prstGeom prst="rect">
            <a:avLst/>
          </a:prstGeom>
          <a:noFill/>
          <a:ln>
            <a:noFill/>
          </a:ln>
        </p:spPr>
      </p:pic>
      <p:sp>
        <p:nvSpPr>
          <p:cNvPr id="155" name="Google Shape;155;p15"/>
          <p:cNvSpPr txBox="1"/>
          <p:nvPr/>
        </p:nvSpPr>
        <p:spPr>
          <a:xfrm>
            <a:off x="3169908" y="1304663"/>
            <a:ext cx="705600" cy="477000"/>
          </a:xfrm>
          <a:prstGeom prst="rect">
            <a:avLst/>
          </a:prstGeom>
          <a:noFill/>
          <a:ln>
            <a:noFill/>
          </a:ln>
        </p:spPr>
        <p:txBody>
          <a:bodyPr anchorCtr="0" anchor="t" bIns="91425" lIns="91425" spcFirstLastPara="1" rIns="91425" wrap="square" tIns="91425">
            <a:spAutoFit/>
          </a:bodyPr>
          <a:lstStyle/>
          <a:p>
            <a:pPr indent="0" lvl="0" marL="342900" marR="0" rtl="0" algn="l">
              <a:lnSpc>
                <a:spcPct val="100000"/>
              </a:lnSpc>
              <a:spcBef>
                <a:spcPts val="0"/>
              </a:spcBef>
              <a:spcAft>
                <a:spcPts val="0"/>
              </a:spcAft>
              <a:buClr>
                <a:srgbClr val="000000"/>
              </a:buClr>
              <a:buSzPts val="1900"/>
              <a:buFont typeface="Arial"/>
              <a:buNone/>
            </a:pPr>
            <a:r>
              <a:rPr b="1" i="0" lang="en" sz="1900" u="none" cap="none" strike="noStrike">
                <a:solidFill>
                  <a:srgbClr val="000000"/>
                </a:solidFill>
                <a:latin typeface="Verdana"/>
                <a:ea typeface="Verdana"/>
                <a:cs typeface="Verdana"/>
                <a:sym typeface="Verdana"/>
              </a:rPr>
              <a:t>?</a:t>
            </a:r>
            <a:endParaRPr b="0" i="0" sz="2200" u="none" cap="none" strike="noStrike">
              <a:solidFill>
                <a:srgbClr val="000000"/>
              </a:solidFill>
              <a:latin typeface="Arial"/>
              <a:ea typeface="Arial"/>
              <a:cs typeface="Arial"/>
              <a:sym typeface="Arial"/>
            </a:endParaRPr>
          </a:p>
        </p:txBody>
      </p:sp>
      <p:sp>
        <p:nvSpPr>
          <p:cNvPr id="156" name="Google Shape;156;p15"/>
          <p:cNvSpPr/>
          <p:nvPr/>
        </p:nvSpPr>
        <p:spPr>
          <a:xfrm>
            <a:off x="6367000" y="1372460"/>
            <a:ext cx="213000" cy="201600"/>
          </a:xfrm>
          <a:prstGeom prst="wedgeEllipseCallout">
            <a:avLst>
              <a:gd fmla="val -20833" name="adj1"/>
              <a:gd fmla="val 625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157" name="Google Shape;157;p15"/>
          <p:cNvSpPr/>
          <p:nvPr/>
        </p:nvSpPr>
        <p:spPr>
          <a:xfrm>
            <a:off x="6223121" y="1488588"/>
            <a:ext cx="166800" cy="178500"/>
          </a:xfrm>
          <a:prstGeom prst="wedgeRectCallout">
            <a:avLst>
              <a:gd fmla="val -20833" name="adj1"/>
              <a:gd fmla="val 625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158" name="Google Shape;158;p15"/>
          <p:cNvSpPr txBox="1"/>
          <p:nvPr/>
        </p:nvSpPr>
        <p:spPr>
          <a:xfrm>
            <a:off x="5839875" y="1423943"/>
            <a:ext cx="1013400" cy="307800"/>
          </a:xfrm>
          <a:prstGeom prst="rect">
            <a:avLst/>
          </a:prstGeom>
          <a:noFill/>
          <a:ln>
            <a:noFill/>
          </a:ln>
        </p:spPr>
        <p:txBody>
          <a:bodyPr anchorCtr="0" anchor="t" bIns="91425" lIns="91425" spcFirstLastPara="1" rIns="91425" wrap="square" tIns="91425">
            <a:spAutoFit/>
          </a:bodyPr>
          <a:lstStyle/>
          <a:p>
            <a:pPr indent="0" lvl="0" marL="34290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Verdana"/>
                <a:ea typeface="Verdana"/>
                <a:cs typeface="Verdana"/>
                <a:sym typeface="Verdana"/>
              </a:rPr>
              <a:t>ب</a:t>
            </a:r>
            <a:endParaRPr b="0" i="0" sz="1100" u="none" cap="none" strike="noStrike">
              <a:solidFill>
                <a:srgbClr val="000000"/>
              </a:solidFill>
              <a:latin typeface="Arial"/>
              <a:ea typeface="Arial"/>
              <a:cs typeface="Arial"/>
              <a:sym typeface="Arial"/>
            </a:endParaRPr>
          </a:p>
        </p:txBody>
      </p:sp>
      <p:sp>
        <p:nvSpPr>
          <p:cNvPr id="159" name="Google Shape;159;p15"/>
          <p:cNvSpPr txBox="1"/>
          <p:nvPr/>
        </p:nvSpPr>
        <p:spPr>
          <a:xfrm>
            <a:off x="6005710" y="1334811"/>
            <a:ext cx="1013400" cy="276900"/>
          </a:xfrm>
          <a:prstGeom prst="rect">
            <a:avLst/>
          </a:prstGeom>
          <a:noFill/>
          <a:ln>
            <a:noFill/>
          </a:ln>
        </p:spPr>
        <p:txBody>
          <a:bodyPr anchorCtr="0" anchor="t" bIns="91425" lIns="91425" spcFirstLastPara="1" rIns="91425" wrap="square" tIns="91425">
            <a:spAutoFit/>
          </a:bodyPr>
          <a:lstStyle/>
          <a:p>
            <a:pPr indent="0" lvl="0" marL="342900" marR="0" rtl="0" algn="l">
              <a:lnSpc>
                <a:spcPct val="100000"/>
              </a:lnSpc>
              <a:spcBef>
                <a:spcPts val="0"/>
              </a:spcBef>
              <a:spcAft>
                <a:spcPts val="0"/>
              </a:spcAft>
              <a:buClr>
                <a:srgbClr val="000000"/>
              </a:buClr>
              <a:buSzPts val="600"/>
              <a:buFont typeface="Arial"/>
              <a:buNone/>
            </a:pPr>
            <a:r>
              <a:rPr b="1" i="0" lang="en" sz="600" u="none" cap="none" strike="noStrike">
                <a:solidFill>
                  <a:srgbClr val="000000"/>
                </a:solidFill>
                <a:latin typeface="Verdana"/>
                <a:ea typeface="Verdana"/>
                <a:cs typeface="Verdana"/>
                <a:sym typeface="Verdana"/>
              </a:rPr>
              <a:t>A</a:t>
            </a:r>
            <a:endParaRPr b="0" i="0" sz="900" u="none" cap="none" strike="noStrike">
              <a:solidFill>
                <a:srgbClr val="000000"/>
              </a:solidFill>
              <a:latin typeface="Arial"/>
              <a:ea typeface="Arial"/>
              <a:cs typeface="Arial"/>
              <a:sym typeface="Arial"/>
            </a:endParaRPr>
          </a:p>
        </p:txBody>
      </p:sp>
      <p:pic>
        <p:nvPicPr>
          <p:cNvPr id="160" name="Google Shape;160;p15"/>
          <p:cNvPicPr preferRelativeResize="0"/>
          <p:nvPr/>
        </p:nvPicPr>
        <p:blipFill rotWithShape="1">
          <a:blip r:embed="rId4">
            <a:alphaModFix/>
          </a:blip>
          <a:srcRect b="0" l="0" r="0" t="0"/>
          <a:stretch/>
        </p:blipFill>
        <p:spPr>
          <a:xfrm>
            <a:off x="3564483" y="3315925"/>
            <a:ext cx="276850" cy="276850"/>
          </a:xfrm>
          <a:prstGeom prst="rect">
            <a:avLst/>
          </a:prstGeom>
          <a:noFill/>
          <a:ln>
            <a:noFill/>
          </a:ln>
        </p:spPr>
      </p:pic>
      <p:pic>
        <p:nvPicPr>
          <p:cNvPr id="161" name="Google Shape;161;p15"/>
          <p:cNvPicPr preferRelativeResize="0"/>
          <p:nvPr/>
        </p:nvPicPr>
        <p:blipFill rotWithShape="1">
          <a:blip r:embed="rId5">
            <a:alphaModFix/>
          </a:blip>
          <a:srcRect b="0" l="0" r="0" t="0"/>
          <a:stretch/>
        </p:blipFill>
        <p:spPr>
          <a:xfrm>
            <a:off x="692050" y="3300450"/>
            <a:ext cx="307800" cy="307800"/>
          </a:xfrm>
          <a:prstGeom prst="rect">
            <a:avLst/>
          </a:prstGeom>
          <a:noFill/>
          <a:ln>
            <a:noFill/>
          </a:ln>
        </p:spPr>
      </p:pic>
      <p:sp>
        <p:nvSpPr>
          <p:cNvPr id="162" name="Google Shape;162;p15"/>
          <p:cNvSpPr txBox="1"/>
          <p:nvPr/>
        </p:nvSpPr>
        <p:spPr>
          <a:xfrm>
            <a:off x="500350" y="1856225"/>
            <a:ext cx="2412900" cy="109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Lorem Ipsum</a:t>
            </a:r>
            <a:endParaRPr sz="1100">
              <a:solidFill>
                <a:srgbClr val="53565A"/>
              </a:solidFill>
            </a:endParaRPr>
          </a:p>
          <a:p>
            <a:pPr indent="0" lvl="0" marL="0" rtl="0" algn="l">
              <a:spcBef>
                <a:spcPts val="400"/>
              </a:spcBef>
              <a:spcAft>
                <a:spcPts val="0"/>
              </a:spcAft>
              <a:buClr>
                <a:srgbClr val="000000"/>
              </a:buClr>
              <a:buSzPts val="900"/>
              <a:buFont typeface="Arial"/>
              <a:buNone/>
            </a:pPr>
            <a:r>
              <a:rPr lang="en" sz="900">
                <a:solidFill>
                  <a:srgbClr val="53565A"/>
                </a:solidFill>
                <a:latin typeface="Verdana"/>
                <a:ea typeface="Verdana"/>
                <a:cs typeface="Verdana"/>
                <a:sym typeface="Verdana"/>
              </a:rPr>
              <a:t>Lorem Ipsum has been the industry's standard dummy text ever since the 1500s, when an unknown printer took a galley of type and scrambled it to make a type specimen book.</a:t>
            </a:r>
            <a:endParaRPr b="1" sz="1100">
              <a:solidFill>
                <a:srgbClr val="53565A"/>
              </a:solidFill>
              <a:latin typeface="Verdana"/>
              <a:ea typeface="Verdana"/>
              <a:cs typeface="Verdana"/>
              <a:sym typeface="Verdana"/>
            </a:endParaRPr>
          </a:p>
        </p:txBody>
      </p:sp>
      <p:sp>
        <p:nvSpPr>
          <p:cNvPr id="163" name="Google Shape;163;p15"/>
          <p:cNvSpPr txBox="1"/>
          <p:nvPr/>
        </p:nvSpPr>
        <p:spPr>
          <a:xfrm>
            <a:off x="3384375" y="1856213"/>
            <a:ext cx="2412900" cy="109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Lorem Ipsum</a:t>
            </a:r>
            <a:endParaRPr sz="1100">
              <a:solidFill>
                <a:srgbClr val="53565A"/>
              </a:solidFill>
            </a:endParaRPr>
          </a:p>
          <a:p>
            <a:pPr indent="0" lvl="0" marL="0" rtl="0" algn="l">
              <a:spcBef>
                <a:spcPts val="400"/>
              </a:spcBef>
              <a:spcAft>
                <a:spcPts val="0"/>
              </a:spcAft>
              <a:buClr>
                <a:srgbClr val="000000"/>
              </a:buClr>
              <a:buSzPts val="900"/>
              <a:buFont typeface="Arial"/>
              <a:buNone/>
            </a:pPr>
            <a:r>
              <a:rPr lang="en" sz="900">
                <a:solidFill>
                  <a:srgbClr val="53565A"/>
                </a:solidFill>
                <a:latin typeface="Verdana"/>
                <a:ea typeface="Verdana"/>
                <a:cs typeface="Verdana"/>
                <a:sym typeface="Verdana"/>
              </a:rPr>
              <a:t>Lorem Ipsum has been the industry's standard dummy text ever since the 1500s, when an unknown printer took a galley of type and scrambled it to make a type specimen book.</a:t>
            </a:r>
            <a:endParaRPr b="1" sz="1100">
              <a:solidFill>
                <a:srgbClr val="53565A"/>
              </a:solidFill>
              <a:latin typeface="Verdana"/>
              <a:ea typeface="Verdana"/>
              <a:cs typeface="Verdana"/>
              <a:sym typeface="Verdana"/>
            </a:endParaRPr>
          </a:p>
        </p:txBody>
      </p:sp>
      <p:sp>
        <p:nvSpPr>
          <p:cNvPr id="164" name="Google Shape;164;p15"/>
          <p:cNvSpPr txBox="1"/>
          <p:nvPr/>
        </p:nvSpPr>
        <p:spPr>
          <a:xfrm>
            <a:off x="6046100" y="1856250"/>
            <a:ext cx="2412900" cy="109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Lorem Ipsum</a:t>
            </a:r>
            <a:endParaRPr sz="1100">
              <a:solidFill>
                <a:srgbClr val="53565A"/>
              </a:solidFill>
            </a:endParaRPr>
          </a:p>
          <a:p>
            <a:pPr indent="0" lvl="0" marL="0" rtl="0" algn="l">
              <a:spcBef>
                <a:spcPts val="400"/>
              </a:spcBef>
              <a:spcAft>
                <a:spcPts val="0"/>
              </a:spcAft>
              <a:buClr>
                <a:srgbClr val="000000"/>
              </a:buClr>
              <a:buSzPts val="900"/>
              <a:buFont typeface="Arial"/>
              <a:buNone/>
            </a:pPr>
            <a:r>
              <a:rPr lang="en" sz="900">
                <a:solidFill>
                  <a:srgbClr val="53565A"/>
                </a:solidFill>
                <a:latin typeface="Verdana"/>
                <a:ea typeface="Verdana"/>
                <a:cs typeface="Verdana"/>
                <a:sym typeface="Verdana"/>
              </a:rPr>
              <a:t>Lorem Ipsum has been the industry's standard dummy text ever since the 1500s, when an unknown printer took a galley of type and scrambled it to make a type specimen book.</a:t>
            </a:r>
            <a:endParaRPr b="1" sz="1100">
              <a:solidFill>
                <a:srgbClr val="53565A"/>
              </a:solidFill>
              <a:latin typeface="Verdana"/>
              <a:ea typeface="Verdana"/>
              <a:cs typeface="Verdana"/>
              <a:sym typeface="Verdana"/>
            </a:endParaRPr>
          </a:p>
        </p:txBody>
      </p:sp>
      <p:sp>
        <p:nvSpPr>
          <p:cNvPr id="165" name="Google Shape;165;p15"/>
          <p:cNvSpPr txBox="1"/>
          <p:nvPr/>
        </p:nvSpPr>
        <p:spPr>
          <a:xfrm>
            <a:off x="500350" y="3684100"/>
            <a:ext cx="2412900" cy="109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Lorem Ipsum</a:t>
            </a:r>
            <a:endParaRPr sz="1100">
              <a:solidFill>
                <a:srgbClr val="53565A"/>
              </a:solidFill>
            </a:endParaRPr>
          </a:p>
          <a:p>
            <a:pPr indent="0" lvl="0" marL="0" rtl="0" algn="l">
              <a:spcBef>
                <a:spcPts val="400"/>
              </a:spcBef>
              <a:spcAft>
                <a:spcPts val="0"/>
              </a:spcAft>
              <a:buClr>
                <a:srgbClr val="000000"/>
              </a:buClr>
              <a:buSzPts val="900"/>
              <a:buFont typeface="Arial"/>
              <a:buNone/>
            </a:pPr>
            <a:r>
              <a:rPr lang="en" sz="900">
                <a:solidFill>
                  <a:srgbClr val="53565A"/>
                </a:solidFill>
                <a:latin typeface="Verdana"/>
                <a:ea typeface="Verdana"/>
                <a:cs typeface="Verdana"/>
                <a:sym typeface="Verdana"/>
              </a:rPr>
              <a:t>Lorem Ipsum has been the industry's standard dummy text ever since the 1500s, when an unknown printer took a galley of type and scrambled it to make a type specimen book.</a:t>
            </a:r>
            <a:endParaRPr b="1" sz="1100">
              <a:solidFill>
                <a:srgbClr val="53565A"/>
              </a:solidFill>
              <a:latin typeface="Verdana"/>
              <a:ea typeface="Verdana"/>
              <a:cs typeface="Verdana"/>
              <a:sym typeface="Verdana"/>
            </a:endParaRPr>
          </a:p>
        </p:txBody>
      </p:sp>
      <p:sp>
        <p:nvSpPr>
          <p:cNvPr id="166" name="Google Shape;166;p15"/>
          <p:cNvSpPr txBox="1"/>
          <p:nvPr/>
        </p:nvSpPr>
        <p:spPr>
          <a:xfrm>
            <a:off x="3384375" y="3683075"/>
            <a:ext cx="2412900" cy="109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Lorem Ipsum</a:t>
            </a:r>
            <a:endParaRPr sz="1100">
              <a:solidFill>
                <a:srgbClr val="53565A"/>
              </a:solidFill>
            </a:endParaRPr>
          </a:p>
          <a:p>
            <a:pPr indent="0" lvl="0" marL="0" rtl="0" algn="l">
              <a:spcBef>
                <a:spcPts val="400"/>
              </a:spcBef>
              <a:spcAft>
                <a:spcPts val="0"/>
              </a:spcAft>
              <a:buClr>
                <a:srgbClr val="000000"/>
              </a:buClr>
              <a:buSzPts val="900"/>
              <a:buFont typeface="Arial"/>
              <a:buNone/>
            </a:pPr>
            <a:r>
              <a:rPr lang="en" sz="900">
                <a:solidFill>
                  <a:srgbClr val="53565A"/>
                </a:solidFill>
                <a:latin typeface="Verdana"/>
                <a:ea typeface="Verdana"/>
                <a:cs typeface="Verdana"/>
                <a:sym typeface="Verdana"/>
              </a:rPr>
              <a:t>Lorem Ipsum has been the industry's standard dummy text ever since the 1500s, when an unknown printer took a galley of type and scrambled it to make a type specimen book.</a:t>
            </a:r>
            <a:endParaRPr b="1" sz="1100">
              <a:solidFill>
                <a:srgbClr val="53565A"/>
              </a:solidFill>
              <a:latin typeface="Verdana"/>
              <a:ea typeface="Verdana"/>
              <a:cs typeface="Verdana"/>
              <a:sym typeface="Verdana"/>
            </a:endParaRPr>
          </a:p>
        </p:txBody>
      </p:sp>
      <p:sp>
        <p:nvSpPr>
          <p:cNvPr id="167" name="Google Shape;167;p15"/>
          <p:cNvSpPr txBox="1"/>
          <p:nvPr>
            <p:ph type="title"/>
          </p:nvPr>
        </p:nvSpPr>
        <p:spPr>
          <a:xfrm>
            <a:off x="642975" y="209250"/>
            <a:ext cx="63183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6"/>
          <p:cNvSpPr/>
          <p:nvPr/>
        </p:nvSpPr>
        <p:spPr>
          <a:xfrm>
            <a:off x="0" y="991201"/>
            <a:ext cx="9144000" cy="41523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75" name="Google Shape;175;p16"/>
          <p:cNvSpPr/>
          <p:nvPr/>
        </p:nvSpPr>
        <p:spPr>
          <a:xfrm>
            <a:off x="1736764" y="3039469"/>
            <a:ext cx="2670000" cy="1608000"/>
          </a:xfrm>
          <a:prstGeom prst="roundRect">
            <a:avLst>
              <a:gd fmla="val 4461" name="adj"/>
            </a:avLst>
          </a:prstGeom>
          <a:solidFill>
            <a:srgbClr val="FFFFFF"/>
          </a:solidFill>
          <a:ln cap="flat" cmpd="sng" w="9525">
            <a:solidFill>
              <a:srgbClr val="008C95"/>
            </a:solidFill>
            <a:prstDash val="solid"/>
            <a:round/>
            <a:headEnd len="sm" w="sm" type="none"/>
            <a:tailEnd len="sm" w="sm" type="none"/>
          </a:ln>
          <a:effectLst>
            <a:outerShdw blurRad="171450" rotWithShape="0" algn="bl">
              <a:srgbClr val="B9BBBD">
                <a:alpha val="1804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sngStrike">
              <a:solidFill>
                <a:srgbClr val="53565A"/>
              </a:solidFill>
              <a:latin typeface="Verdana"/>
              <a:ea typeface="Verdana"/>
              <a:cs typeface="Verdana"/>
              <a:sym typeface="Verdana"/>
            </a:endParaRPr>
          </a:p>
        </p:txBody>
      </p:sp>
      <p:sp>
        <p:nvSpPr>
          <p:cNvPr id="176" name="Google Shape;176;p16"/>
          <p:cNvSpPr/>
          <p:nvPr/>
        </p:nvSpPr>
        <p:spPr>
          <a:xfrm>
            <a:off x="4543464" y="3039470"/>
            <a:ext cx="2670000" cy="1608000"/>
          </a:xfrm>
          <a:prstGeom prst="roundRect">
            <a:avLst>
              <a:gd fmla="val 4461" name="adj"/>
            </a:avLst>
          </a:prstGeom>
          <a:solidFill>
            <a:srgbClr val="FFFFFF"/>
          </a:solidFill>
          <a:ln cap="flat" cmpd="sng" w="9525">
            <a:solidFill>
              <a:srgbClr val="008C95"/>
            </a:solidFill>
            <a:prstDash val="solid"/>
            <a:round/>
            <a:headEnd len="sm" w="sm" type="none"/>
            <a:tailEnd len="sm" w="sm" type="none"/>
          </a:ln>
          <a:effectLst>
            <a:outerShdw blurRad="171450" rotWithShape="0" algn="bl">
              <a:srgbClr val="B9BBBD">
                <a:alpha val="1804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sngStrike">
              <a:solidFill>
                <a:srgbClr val="53565A"/>
              </a:solidFill>
              <a:latin typeface="Verdana"/>
              <a:ea typeface="Verdana"/>
              <a:cs typeface="Verdana"/>
              <a:sym typeface="Verdana"/>
            </a:endParaRPr>
          </a:p>
        </p:txBody>
      </p:sp>
      <p:sp>
        <p:nvSpPr>
          <p:cNvPr id="177" name="Google Shape;177;p16"/>
          <p:cNvSpPr/>
          <p:nvPr/>
        </p:nvSpPr>
        <p:spPr>
          <a:xfrm>
            <a:off x="4543464" y="1489895"/>
            <a:ext cx="2670000" cy="1430400"/>
          </a:xfrm>
          <a:prstGeom prst="roundRect">
            <a:avLst>
              <a:gd fmla="val 4461" name="adj"/>
            </a:avLst>
          </a:prstGeom>
          <a:solidFill>
            <a:srgbClr val="FFFFFF"/>
          </a:solidFill>
          <a:ln cap="flat" cmpd="sng" w="9525">
            <a:solidFill>
              <a:srgbClr val="008C95"/>
            </a:solidFill>
            <a:prstDash val="solid"/>
            <a:round/>
            <a:headEnd len="sm" w="sm" type="none"/>
            <a:tailEnd len="sm" w="sm" type="none"/>
          </a:ln>
          <a:effectLst>
            <a:outerShdw blurRad="171450" rotWithShape="0" algn="bl">
              <a:srgbClr val="B9BBBD">
                <a:alpha val="1804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sngStrike">
              <a:solidFill>
                <a:srgbClr val="53565A"/>
              </a:solidFill>
              <a:latin typeface="Verdana"/>
              <a:ea typeface="Verdana"/>
              <a:cs typeface="Verdana"/>
              <a:sym typeface="Verdana"/>
            </a:endParaRPr>
          </a:p>
        </p:txBody>
      </p:sp>
      <p:sp>
        <p:nvSpPr>
          <p:cNvPr id="178" name="Google Shape;178;p16"/>
          <p:cNvSpPr/>
          <p:nvPr/>
        </p:nvSpPr>
        <p:spPr>
          <a:xfrm>
            <a:off x="1736764" y="1489895"/>
            <a:ext cx="2670000" cy="1430400"/>
          </a:xfrm>
          <a:prstGeom prst="roundRect">
            <a:avLst>
              <a:gd fmla="val 4461" name="adj"/>
            </a:avLst>
          </a:prstGeom>
          <a:solidFill>
            <a:srgbClr val="FFFFFF"/>
          </a:solidFill>
          <a:ln cap="flat" cmpd="sng" w="9525">
            <a:solidFill>
              <a:srgbClr val="008C95"/>
            </a:solidFill>
            <a:prstDash val="solid"/>
            <a:round/>
            <a:headEnd len="sm" w="sm" type="none"/>
            <a:tailEnd len="sm" w="sm" type="none"/>
          </a:ln>
          <a:effectLst>
            <a:outerShdw blurRad="171450" rotWithShape="0" algn="bl">
              <a:srgbClr val="B9BBBD">
                <a:alpha val="1804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sngStrike">
              <a:solidFill>
                <a:srgbClr val="53565A"/>
              </a:solidFill>
              <a:latin typeface="Verdana"/>
              <a:ea typeface="Verdana"/>
              <a:cs typeface="Verdana"/>
              <a:sym typeface="Verdana"/>
            </a:endParaRPr>
          </a:p>
        </p:txBody>
      </p:sp>
      <p:sp>
        <p:nvSpPr>
          <p:cNvPr id="179" name="Google Shape;179;p16"/>
          <p:cNvSpPr txBox="1"/>
          <p:nvPr/>
        </p:nvSpPr>
        <p:spPr>
          <a:xfrm>
            <a:off x="1875125" y="1616950"/>
            <a:ext cx="2415300" cy="109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Lorem Ipsum</a:t>
            </a:r>
            <a:endParaRPr sz="1100">
              <a:solidFill>
                <a:srgbClr val="53565A"/>
              </a:solidFill>
            </a:endParaRPr>
          </a:p>
          <a:p>
            <a:pPr indent="0" lvl="0" marL="0" rtl="0" algn="l">
              <a:spcBef>
                <a:spcPts val="400"/>
              </a:spcBef>
              <a:spcAft>
                <a:spcPts val="0"/>
              </a:spcAft>
              <a:buClr>
                <a:srgbClr val="000000"/>
              </a:buClr>
              <a:buSzPts val="900"/>
              <a:buFont typeface="Arial"/>
              <a:buNone/>
            </a:pPr>
            <a:r>
              <a:rPr lang="en" sz="900">
                <a:solidFill>
                  <a:srgbClr val="53565A"/>
                </a:solidFill>
                <a:latin typeface="Verdana"/>
                <a:ea typeface="Verdana"/>
                <a:cs typeface="Verdana"/>
                <a:sym typeface="Verdana"/>
              </a:rPr>
              <a:t>Lorem Ipsum has been the industry's standard dummy text ever since the 1500s, when an unknown printer took a galley of type and scrambled it to make a type specimen book.</a:t>
            </a:r>
            <a:endParaRPr b="1" sz="1100">
              <a:solidFill>
                <a:srgbClr val="53565A"/>
              </a:solidFill>
              <a:latin typeface="Verdana"/>
              <a:ea typeface="Verdana"/>
              <a:cs typeface="Verdana"/>
              <a:sym typeface="Verdana"/>
            </a:endParaRPr>
          </a:p>
        </p:txBody>
      </p:sp>
      <p:sp>
        <p:nvSpPr>
          <p:cNvPr id="180" name="Google Shape;180;p16"/>
          <p:cNvSpPr txBox="1"/>
          <p:nvPr/>
        </p:nvSpPr>
        <p:spPr>
          <a:xfrm>
            <a:off x="4663174" y="1616950"/>
            <a:ext cx="2415300" cy="131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Lorem Ipsum</a:t>
            </a:r>
            <a:endParaRPr sz="1100">
              <a:solidFill>
                <a:srgbClr val="53565A"/>
              </a:solidFill>
            </a:endParaRPr>
          </a:p>
          <a:p>
            <a:pPr indent="0" lvl="0" marL="0" rtl="0" algn="l">
              <a:spcBef>
                <a:spcPts val="400"/>
              </a:spcBef>
              <a:spcAft>
                <a:spcPts val="0"/>
              </a:spcAft>
              <a:buClr>
                <a:srgbClr val="000000"/>
              </a:buClr>
              <a:buSzPts val="900"/>
              <a:buFont typeface="Arial"/>
              <a:buNone/>
            </a:pPr>
            <a:r>
              <a:rPr lang="en" sz="900">
                <a:solidFill>
                  <a:srgbClr val="53565A"/>
                </a:solidFill>
                <a:latin typeface="Verdana"/>
                <a:ea typeface="Verdana"/>
                <a:cs typeface="Verdana"/>
                <a:sym typeface="Verdana"/>
              </a:rPr>
              <a:t>Lorem Ipsum has been the industry's standard dummy text ever since the 1500s, when an unknown printer took a galley of type and scrambled it to make a type specimen book.</a:t>
            </a:r>
            <a:endParaRPr b="1" sz="1100">
              <a:solidFill>
                <a:srgbClr val="53565A"/>
              </a:solidFill>
              <a:latin typeface="Verdana"/>
              <a:ea typeface="Verdana"/>
              <a:cs typeface="Verdana"/>
              <a:sym typeface="Verdana"/>
            </a:endParaRPr>
          </a:p>
          <a:p>
            <a:pPr indent="0" lvl="0" marL="0" marR="0" rtl="0" algn="l">
              <a:lnSpc>
                <a:spcPct val="100000"/>
              </a:lnSpc>
              <a:spcBef>
                <a:spcPts val="400"/>
              </a:spcBef>
              <a:spcAft>
                <a:spcPts val="0"/>
              </a:spcAft>
              <a:buClr>
                <a:srgbClr val="000000"/>
              </a:buClr>
              <a:buSzPts val="900"/>
              <a:buFont typeface="Arial"/>
              <a:buNone/>
            </a:pPr>
            <a:r>
              <a:t/>
            </a:r>
            <a:endParaRPr b="1" sz="1100">
              <a:solidFill>
                <a:srgbClr val="53565A"/>
              </a:solidFill>
              <a:latin typeface="Verdana"/>
              <a:ea typeface="Verdana"/>
              <a:cs typeface="Verdana"/>
              <a:sym typeface="Verdana"/>
            </a:endParaRPr>
          </a:p>
        </p:txBody>
      </p:sp>
      <p:sp>
        <p:nvSpPr>
          <p:cNvPr id="181" name="Google Shape;181;p16"/>
          <p:cNvSpPr txBox="1"/>
          <p:nvPr/>
        </p:nvSpPr>
        <p:spPr>
          <a:xfrm>
            <a:off x="1875117" y="3176870"/>
            <a:ext cx="2410200" cy="131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Lorem Ipsum</a:t>
            </a:r>
            <a:endParaRPr sz="1100">
              <a:solidFill>
                <a:srgbClr val="53565A"/>
              </a:solidFill>
            </a:endParaRPr>
          </a:p>
          <a:p>
            <a:pPr indent="0" lvl="0" marL="0" rtl="0" algn="l">
              <a:spcBef>
                <a:spcPts val="400"/>
              </a:spcBef>
              <a:spcAft>
                <a:spcPts val="0"/>
              </a:spcAft>
              <a:buClr>
                <a:srgbClr val="000000"/>
              </a:buClr>
              <a:buSzPts val="900"/>
              <a:buFont typeface="Arial"/>
              <a:buNone/>
            </a:pPr>
            <a:r>
              <a:rPr lang="en" sz="900">
                <a:solidFill>
                  <a:srgbClr val="53565A"/>
                </a:solidFill>
                <a:latin typeface="Verdana"/>
                <a:ea typeface="Verdana"/>
                <a:cs typeface="Verdana"/>
                <a:sym typeface="Verdana"/>
              </a:rPr>
              <a:t>Lorem Ipsum has been the industry's standard dummy text ever since the 1500s, when an unknown printer took a galley of type and scrambled it to make a type specimen book.</a:t>
            </a:r>
            <a:endParaRPr b="1" sz="1100">
              <a:solidFill>
                <a:srgbClr val="53565A"/>
              </a:solidFill>
              <a:latin typeface="Verdana"/>
              <a:ea typeface="Verdana"/>
              <a:cs typeface="Verdana"/>
              <a:sym typeface="Verdana"/>
            </a:endParaRPr>
          </a:p>
          <a:p>
            <a:pPr indent="0" lvl="0" marL="0" marR="0" rtl="0" algn="l">
              <a:lnSpc>
                <a:spcPct val="100000"/>
              </a:lnSpc>
              <a:spcBef>
                <a:spcPts val="400"/>
              </a:spcBef>
              <a:spcAft>
                <a:spcPts val="0"/>
              </a:spcAft>
              <a:buClr>
                <a:srgbClr val="000000"/>
              </a:buClr>
              <a:buSzPts val="900"/>
              <a:buFont typeface="Arial"/>
              <a:buNone/>
            </a:pPr>
            <a:r>
              <a:t/>
            </a:r>
            <a:endParaRPr b="1" sz="1100">
              <a:solidFill>
                <a:srgbClr val="53565A"/>
              </a:solidFill>
              <a:latin typeface="Verdana"/>
              <a:ea typeface="Verdana"/>
              <a:cs typeface="Verdana"/>
              <a:sym typeface="Verdana"/>
            </a:endParaRPr>
          </a:p>
        </p:txBody>
      </p:sp>
      <p:sp>
        <p:nvSpPr>
          <p:cNvPr id="182" name="Google Shape;182;p16"/>
          <p:cNvSpPr txBox="1"/>
          <p:nvPr/>
        </p:nvSpPr>
        <p:spPr>
          <a:xfrm>
            <a:off x="4663186" y="3176870"/>
            <a:ext cx="2415300" cy="131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Lorem Ipsum</a:t>
            </a:r>
            <a:endParaRPr sz="1100">
              <a:solidFill>
                <a:srgbClr val="53565A"/>
              </a:solidFill>
            </a:endParaRPr>
          </a:p>
          <a:p>
            <a:pPr indent="0" lvl="0" marL="0" rtl="0" algn="l">
              <a:spcBef>
                <a:spcPts val="400"/>
              </a:spcBef>
              <a:spcAft>
                <a:spcPts val="0"/>
              </a:spcAft>
              <a:buClr>
                <a:srgbClr val="000000"/>
              </a:buClr>
              <a:buSzPts val="900"/>
              <a:buFont typeface="Arial"/>
              <a:buNone/>
            </a:pPr>
            <a:r>
              <a:rPr lang="en" sz="900">
                <a:solidFill>
                  <a:srgbClr val="53565A"/>
                </a:solidFill>
                <a:latin typeface="Verdana"/>
                <a:ea typeface="Verdana"/>
                <a:cs typeface="Verdana"/>
                <a:sym typeface="Verdana"/>
              </a:rPr>
              <a:t>Lorem Ipsum has been the industry's standard dummy text ever since the 1500s, when an unknown printer took a galley of type and scrambled it to make a type specimen book.</a:t>
            </a:r>
            <a:endParaRPr b="1" sz="1100">
              <a:solidFill>
                <a:srgbClr val="53565A"/>
              </a:solidFill>
              <a:latin typeface="Verdana"/>
              <a:ea typeface="Verdana"/>
              <a:cs typeface="Verdana"/>
              <a:sym typeface="Verdana"/>
            </a:endParaRPr>
          </a:p>
          <a:p>
            <a:pPr indent="0" lvl="0" marL="0" marR="0" rtl="0" algn="l">
              <a:lnSpc>
                <a:spcPct val="100000"/>
              </a:lnSpc>
              <a:spcBef>
                <a:spcPts val="400"/>
              </a:spcBef>
              <a:spcAft>
                <a:spcPts val="0"/>
              </a:spcAft>
              <a:buClr>
                <a:srgbClr val="000000"/>
              </a:buClr>
              <a:buSzPts val="900"/>
              <a:buFont typeface="Arial"/>
              <a:buNone/>
            </a:pPr>
            <a:r>
              <a:t/>
            </a:r>
            <a:endParaRPr b="1" sz="1100">
              <a:solidFill>
                <a:srgbClr val="53565A"/>
              </a:solidFill>
              <a:latin typeface="Verdana"/>
              <a:ea typeface="Verdana"/>
              <a:cs typeface="Verdana"/>
              <a:sym typeface="Verdana"/>
            </a:endParaRPr>
          </a:p>
        </p:txBody>
      </p:sp>
      <p:sp>
        <p:nvSpPr>
          <p:cNvPr id="183" name="Google Shape;183;p16"/>
          <p:cNvSpPr txBox="1"/>
          <p:nvPr>
            <p:ph type="title"/>
          </p:nvPr>
        </p:nvSpPr>
        <p:spPr>
          <a:xfrm>
            <a:off x="642975" y="209250"/>
            <a:ext cx="63183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7"/>
          <p:cNvSpPr txBox="1"/>
          <p:nvPr>
            <p:ph idx="12" type="sldNum"/>
          </p:nvPr>
        </p:nvSpPr>
        <p:spPr>
          <a:xfrm>
            <a:off x="8472458" y="4663217"/>
            <a:ext cx="548700" cy="3936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cxnSp>
        <p:nvCxnSpPr>
          <p:cNvPr id="191" name="Google Shape;191;p17"/>
          <p:cNvCxnSpPr>
            <a:endCxn id="192" idx="2"/>
          </p:cNvCxnSpPr>
          <p:nvPr/>
        </p:nvCxnSpPr>
        <p:spPr>
          <a:xfrm>
            <a:off x="1184277" y="1559083"/>
            <a:ext cx="6646500" cy="0"/>
          </a:xfrm>
          <a:prstGeom prst="straightConnector1">
            <a:avLst/>
          </a:prstGeom>
          <a:noFill/>
          <a:ln cap="flat" cmpd="sng" w="25400">
            <a:solidFill>
              <a:srgbClr val="FFC72C"/>
            </a:solidFill>
            <a:prstDash val="solid"/>
            <a:round/>
            <a:headEnd len="sm" w="sm" type="none"/>
            <a:tailEnd len="sm" w="sm" type="none"/>
          </a:ln>
        </p:spPr>
      </p:cxnSp>
      <p:sp>
        <p:nvSpPr>
          <p:cNvPr id="193" name="Google Shape;193;p17"/>
          <p:cNvSpPr txBox="1"/>
          <p:nvPr/>
        </p:nvSpPr>
        <p:spPr>
          <a:xfrm>
            <a:off x="336188" y="2336755"/>
            <a:ext cx="1693500" cy="867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Lorem Ipsum</a:t>
            </a:r>
            <a:endParaRPr sz="1100">
              <a:solidFill>
                <a:srgbClr val="53565A"/>
              </a:solidFill>
            </a:endParaRPr>
          </a:p>
          <a:p>
            <a:pPr indent="0" lvl="0" marL="0" rtl="0" algn="l">
              <a:spcBef>
                <a:spcPts val="400"/>
              </a:spcBef>
              <a:spcAft>
                <a:spcPts val="0"/>
              </a:spcAft>
              <a:buClr>
                <a:srgbClr val="000000"/>
              </a:buClr>
              <a:buSzPts val="900"/>
              <a:buFont typeface="Arial"/>
              <a:buNone/>
            </a:pPr>
            <a:r>
              <a:rPr lang="en" sz="900">
                <a:solidFill>
                  <a:srgbClr val="53565A"/>
                </a:solidFill>
                <a:latin typeface="Verdana"/>
                <a:ea typeface="Verdana"/>
                <a:cs typeface="Verdana"/>
                <a:sym typeface="Verdana"/>
              </a:rPr>
              <a:t>Lorem Ipsum has been the industry's standard dummy text ever since the 1500s.</a:t>
            </a:r>
            <a:endParaRPr b="1" sz="1100">
              <a:solidFill>
                <a:srgbClr val="53565A"/>
              </a:solidFill>
              <a:latin typeface="Verdana"/>
              <a:ea typeface="Verdana"/>
              <a:cs typeface="Verdana"/>
              <a:sym typeface="Verdana"/>
            </a:endParaRPr>
          </a:p>
        </p:txBody>
      </p:sp>
      <p:sp>
        <p:nvSpPr>
          <p:cNvPr id="194" name="Google Shape;194;p17"/>
          <p:cNvSpPr txBox="1"/>
          <p:nvPr/>
        </p:nvSpPr>
        <p:spPr>
          <a:xfrm>
            <a:off x="1315566" y="3619703"/>
            <a:ext cx="1693500" cy="11004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Lorem Ipsum</a:t>
            </a:r>
            <a:endParaRPr sz="1100">
              <a:solidFill>
                <a:srgbClr val="53565A"/>
              </a:solidFill>
            </a:endParaRPr>
          </a:p>
          <a:p>
            <a:pPr indent="0" lvl="0" marL="0" rtl="0" algn="l">
              <a:spcBef>
                <a:spcPts val="400"/>
              </a:spcBef>
              <a:spcAft>
                <a:spcPts val="0"/>
              </a:spcAft>
              <a:buClr>
                <a:srgbClr val="000000"/>
              </a:buClr>
              <a:buSzPts val="900"/>
              <a:buFont typeface="Arial"/>
              <a:buNone/>
            </a:pPr>
            <a:r>
              <a:rPr lang="en" sz="900">
                <a:solidFill>
                  <a:srgbClr val="53565A"/>
                </a:solidFill>
                <a:latin typeface="Verdana"/>
                <a:ea typeface="Verdana"/>
                <a:cs typeface="Verdana"/>
                <a:sym typeface="Verdana"/>
              </a:rPr>
              <a:t>Lorem Ipsum has been the industry's standard dummy text ever since the 1500s.</a:t>
            </a:r>
            <a:endParaRPr b="1" sz="1100">
              <a:solidFill>
                <a:srgbClr val="53565A"/>
              </a:solidFill>
              <a:latin typeface="Verdana"/>
              <a:ea typeface="Verdana"/>
              <a:cs typeface="Verdana"/>
              <a:sym typeface="Verdana"/>
            </a:endParaRPr>
          </a:p>
          <a:p>
            <a:pPr indent="0" lvl="0" marL="0" marR="0" rtl="0" algn="l">
              <a:lnSpc>
                <a:spcPct val="100000"/>
              </a:lnSpc>
              <a:spcBef>
                <a:spcPts val="500"/>
              </a:spcBef>
              <a:spcAft>
                <a:spcPts val="0"/>
              </a:spcAft>
              <a:buClr>
                <a:srgbClr val="000000"/>
              </a:buClr>
              <a:buSzPts val="900"/>
              <a:buFont typeface="Arial"/>
              <a:buNone/>
            </a:pPr>
            <a:r>
              <a:t/>
            </a:r>
            <a:endParaRPr b="1" sz="1100">
              <a:solidFill>
                <a:srgbClr val="53565A"/>
              </a:solidFill>
              <a:latin typeface="Verdana"/>
              <a:ea typeface="Verdana"/>
              <a:cs typeface="Verdana"/>
              <a:sym typeface="Verdana"/>
            </a:endParaRPr>
          </a:p>
        </p:txBody>
      </p:sp>
      <p:sp>
        <p:nvSpPr>
          <p:cNvPr id="195" name="Google Shape;195;p17"/>
          <p:cNvSpPr txBox="1"/>
          <p:nvPr/>
        </p:nvSpPr>
        <p:spPr>
          <a:xfrm>
            <a:off x="2497918" y="2336755"/>
            <a:ext cx="1950600" cy="9621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Lorem Ipsum</a:t>
            </a:r>
            <a:endParaRPr sz="1100">
              <a:solidFill>
                <a:srgbClr val="53565A"/>
              </a:solidFill>
            </a:endParaRPr>
          </a:p>
          <a:p>
            <a:pPr indent="0" lvl="0" marL="0" rtl="0" algn="l">
              <a:spcBef>
                <a:spcPts val="400"/>
              </a:spcBef>
              <a:spcAft>
                <a:spcPts val="0"/>
              </a:spcAft>
              <a:buClr>
                <a:srgbClr val="000000"/>
              </a:buClr>
              <a:buSzPts val="900"/>
              <a:buFont typeface="Arial"/>
              <a:buNone/>
            </a:pPr>
            <a:r>
              <a:rPr lang="en" sz="900">
                <a:solidFill>
                  <a:srgbClr val="53565A"/>
                </a:solidFill>
                <a:latin typeface="Verdana"/>
                <a:ea typeface="Verdana"/>
                <a:cs typeface="Verdana"/>
                <a:sym typeface="Verdana"/>
              </a:rPr>
              <a:t>Lorem Ipsum has been the industry's standard dummy text ever since the 1500s.</a:t>
            </a:r>
            <a:endParaRPr b="1" sz="1100">
              <a:solidFill>
                <a:srgbClr val="53565A"/>
              </a:solidFill>
              <a:latin typeface="Verdana"/>
              <a:ea typeface="Verdana"/>
              <a:cs typeface="Verdana"/>
              <a:sym typeface="Verdana"/>
            </a:endParaRPr>
          </a:p>
          <a:p>
            <a:pPr indent="0" lvl="0" marL="0" marR="0" rtl="0" algn="l">
              <a:lnSpc>
                <a:spcPct val="100000"/>
              </a:lnSpc>
              <a:spcBef>
                <a:spcPts val="500"/>
              </a:spcBef>
              <a:spcAft>
                <a:spcPts val="0"/>
              </a:spcAft>
              <a:buClr>
                <a:srgbClr val="000000"/>
              </a:buClr>
              <a:buSzPts val="900"/>
              <a:buFont typeface="Arial"/>
              <a:buNone/>
            </a:pPr>
            <a:r>
              <a:t/>
            </a:r>
            <a:endParaRPr b="1" sz="1100">
              <a:solidFill>
                <a:srgbClr val="53565A"/>
              </a:solidFill>
              <a:latin typeface="Verdana"/>
              <a:ea typeface="Verdana"/>
              <a:cs typeface="Verdana"/>
              <a:sym typeface="Verdana"/>
            </a:endParaRPr>
          </a:p>
        </p:txBody>
      </p:sp>
      <p:sp>
        <p:nvSpPr>
          <p:cNvPr id="196" name="Google Shape;196;p17"/>
          <p:cNvSpPr txBox="1"/>
          <p:nvPr/>
        </p:nvSpPr>
        <p:spPr>
          <a:xfrm>
            <a:off x="3568385" y="3619703"/>
            <a:ext cx="2097900" cy="9621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Lorem Ipsum</a:t>
            </a:r>
            <a:endParaRPr sz="1100">
              <a:solidFill>
                <a:srgbClr val="53565A"/>
              </a:solidFill>
            </a:endParaRPr>
          </a:p>
          <a:p>
            <a:pPr indent="0" lvl="0" marL="0" rtl="0" algn="l">
              <a:spcBef>
                <a:spcPts val="400"/>
              </a:spcBef>
              <a:spcAft>
                <a:spcPts val="0"/>
              </a:spcAft>
              <a:buClr>
                <a:srgbClr val="000000"/>
              </a:buClr>
              <a:buSzPts val="900"/>
              <a:buFont typeface="Arial"/>
              <a:buNone/>
            </a:pPr>
            <a:r>
              <a:rPr lang="en" sz="900">
                <a:solidFill>
                  <a:srgbClr val="53565A"/>
                </a:solidFill>
                <a:latin typeface="Verdana"/>
                <a:ea typeface="Verdana"/>
                <a:cs typeface="Verdana"/>
                <a:sym typeface="Verdana"/>
              </a:rPr>
              <a:t>Lorem Ipsum has been the industry's standard dummy text ever since the 1500s.</a:t>
            </a:r>
            <a:endParaRPr b="1" sz="1100">
              <a:solidFill>
                <a:srgbClr val="53565A"/>
              </a:solidFill>
              <a:latin typeface="Verdana"/>
              <a:ea typeface="Verdana"/>
              <a:cs typeface="Verdana"/>
              <a:sym typeface="Verdana"/>
            </a:endParaRPr>
          </a:p>
          <a:p>
            <a:pPr indent="0" lvl="0" marL="0" marR="0" rtl="0" algn="l">
              <a:lnSpc>
                <a:spcPct val="100000"/>
              </a:lnSpc>
              <a:spcBef>
                <a:spcPts val="500"/>
              </a:spcBef>
              <a:spcAft>
                <a:spcPts val="0"/>
              </a:spcAft>
              <a:buClr>
                <a:srgbClr val="000000"/>
              </a:buClr>
              <a:buSzPts val="900"/>
              <a:buFont typeface="Arial"/>
              <a:buNone/>
            </a:pPr>
            <a:r>
              <a:t/>
            </a:r>
            <a:endParaRPr b="1" sz="1100">
              <a:solidFill>
                <a:srgbClr val="53565A"/>
              </a:solidFill>
              <a:latin typeface="Verdana"/>
              <a:ea typeface="Verdana"/>
              <a:cs typeface="Verdana"/>
              <a:sym typeface="Verdana"/>
            </a:endParaRPr>
          </a:p>
        </p:txBody>
      </p:sp>
      <p:sp>
        <p:nvSpPr>
          <p:cNvPr id="197" name="Google Shape;197;p17"/>
          <p:cNvSpPr txBox="1"/>
          <p:nvPr/>
        </p:nvSpPr>
        <p:spPr>
          <a:xfrm>
            <a:off x="4851153" y="2336755"/>
            <a:ext cx="1800600" cy="9621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Lorem Ipsum</a:t>
            </a:r>
            <a:endParaRPr sz="1100">
              <a:solidFill>
                <a:srgbClr val="53565A"/>
              </a:solidFill>
            </a:endParaRPr>
          </a:p>
          <a:p>
            <a:pPr indent="0" lvl="0" marL="0" rtl="0" algn="l">
              <a:spcBef>
                <a:spcPts val="400"/>
              </a:spcBef>
              <a:spcAft>
                <a:spcPts val="0"/>
              </a:spcAft>
              <a:buClr>
                <a:srgbClr val="000000"/>
              </a:buClr>
              <a:buSzPts val="900"/>
              <a:buFont typeface="Arial"/>
              <a:buNone/>
            </a:pPr>
            <a:r>
              <a:rPr lang="en" sz="900">
                <a:solidFill>
                  <a:srgbClr val="53565A"/>
                </a:solidFill>
                <a:latin typeface="Verdana"/>
                <a:ea typeface="Verdana"/>
                <a:cs typeface="Verdana"/>
                <a:sym typeface="Verdana"/>
              </a:rPr>
              <a:t>Lorem Ipsum has been the industry's standard dummy text ever since the 1500s.</a:t>
            </a:r>
            <a:endParaRPr b="1" sz="1100">
              <a:solidFill>
                <a:srgbClr val="53565A"/>
              </a:solidFill>
              <a:latin typeface="Verdana"/>
              <a:ea typeface="Verdana"/>
              <a:cs typeface="Verdana"/>
              <a:sym typeface="Verdana"/>
            </a:endParaRPr>
          </a:p>
          <a:p>
            <a:pPr indent="0" lvl="0" marL="0" marR="0" rtl="0" algn="l">
              <a:lnSpc>
                <a:spcPct val="100000"/>
              </a:lnSpc>
              <a:spcBef>
                <a:spcPts val="500"/>
              </a:spcBef>
              <a:spcAft>
                <a:spcPts val="0"/>
              </a:spcAft>
              <a:buClr>
                <a:srgbClr val="000000"/>
              </a:buClr>
              <a:buSzPts val="900"/>
              <a:buFont typeface="Arial"/>
              <a:buNone/>
            </a:pPr>
            <a:r>
              <a:t/>
            </a:r>
            <a:endParaRPr b="1" sz="1100">
              <a:solidFill>
                <a:srgbClr val="53565A"/>
              </a:solidFill>
              <a:latin typeface="Verdana"/>
              <a:ea typeface="Verdana"/>
              <a:cs typeface="Verdana"/>
              <a:sym typeface="Verdana"/>
            </a:endParaRPr>
          </a:p>
        </p:txBody>
      </p:sp>
      <p:sp>
        <p:nvSpPr>
          <p:cNvPr id="198" name="Google Shape;198;p17"/>
          <p:cNvSpPr txBox="1"/>
          <p:nvPr/>
        </p:nvSpPr>
        <p:spPr>
          <a:xfrm>
            <a:off x="6078417" y="3649192"/>
            <a:ext cx="2006700" cy="9621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Lorem Ipsum</a:t>
            </a:r>
            <a:endParaRPr sz="1100">
              <a:solidFill>
                <a:srgbClr val="53565A"/>
              </a:solidFill>
            </a:endParaRPr>
          </a:p>
          <a:p>
            <a:pPr indent="0" lvl="0" marL="0" rtl="0" algn="l">
              <a:spcBef>
                <a:spcPts val="400"/>
              </a:spcBef>
              <a:spcAft>
                <a:spcPts val="0"/>
              </a:spcAft>
              <a:buClr>
                <a:srgbClr val="000000"/>
              </a:buClr>
              <a:buSzPts val="900"/>
              <a:buFont typeface="Arial"/>
              <a:buNone/>
            </a:pPr>
            <a:r>
              <a:rPr lang="en" sz="900">
                <a:solidFill>
                  <a:srgbClr val="53565A"/>
                </a:solidFill>
                <a:latin typeface="Verdana"/>
                <a:ea typeface="Verdana"/>
                <a:cs typeface="Verdana"/>
                <a:sym typeface="Verdana"/>
              </a:rPr>
              <a:t>Lorem Ipsum has been the industry's standard dummy text ever since the 1500s.</a:t>
            </a:r>
            <a:endParaRPr b="1" sz="1100">
              <a:solidFill>
                <a:srgbClr val="53565A"/>
              </a:solidFill>
              <a:latin typeface="Verdana"/>
              <a:ea typeface="Verdana"/>
              <a:cs typeface="Verdana"/>
              <a:sym typeface="Verdana"/>
            </a:endParaRPr>
          </a:p>
          <a:p>
            <a:pPr indent="0" lvl="0" marL="0" marR="0" rtl="0" algn="l">
              <a:lnSpc>
                <a:spcPct val="100000"/>
              </a:lnSpc>
              <a:spcBef>
                <a:spcPts val="500"/>
              </a:spcBef>
              <a:spcAft>
                <a:spcPts val="0"/>
              </a:spcAft>
              <a:buClr>
                <a:srgbClr val="000000"/>
              </a:buClr>
              <a:buSzPts val="900"/>
              <a:buFont typeface="Arial"/>
              <a:buNone/>
            </a:pPr>
            <a:r>
              <a:t/>
            </a:r>
            <a:endParaRPr b="1" sz="1100">
              <a:solidFill>
                <a:srgbClr val="53565A"/>
              </a:solidFill>
              <a:latin typeface="Verdana"/>
              <a:ea typeface="Verdana"/>
              <a:cs typeface="Verdana"/>
              <a:sym typeface="Verdana"/>
            </a:endParaRPr>
          </a:p>
        </p:txBody>
      </p:sp>
      <p:sp>
        <p:nvSpPr>
          <p:cNvPr id="199" name="Google Shape;199;p17"/>
          <p:cNvSpPr txBox="1"/>
          <p:nvPr/>
        </p:nvSpPr>
        <p:spPr>
          <a:xfrm>
            <a:off x="7151747" y="2336755"/>
            <a:ext cx="1866600" cy="9621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Lorem Ipsum</a:t>
            </a:r>
            <a:endParaRPr sz="1100">
              <a:solidFill>
                <a:srgbClr val="53565A"/>
              </a:solidFill>
            </a:endParaRPr>
          </a:p>
          <a:p>
            <a:pPr indent="0" lvl="0" marL="0" rtl="0" algn="l">
              <a:spcBef>
                <a:spcPts val="400"/>
              </a:spcBef>
              <a:spcAft>
                <a:spcPts val="0"/>
              </a:spcAft>
              <a:buClr>
                <a:srgbClr val="000000"/>
              </a:buClr>
              <a:buSzPts val="900"/>
              <a:buFont typeface="Arial"/>
              <a:buNone/>
            </a:pPr>
            <a:r>
              <a:rPr lang="en" sz="900">
                <a:solidFill>
                  <a:srgbClr val="53565A"/>
                </a:solidFill>
                <a:latin typeface="Verdana"/>
                <a:ea typeface="Verdana"/>
                <a:cs typeface="Verdana"/>
                <a:sym typeface="Verdana"/>
              </a:rPr>
              <a:t>Lorem Ipsum has been the industry's standard dummy text ever since the 1500s.</a:t>
            </a:r>
            <a:endParaRPr b="1" sz="1100">
              <a:solidFill>
                <a:srgbClr val="53565A"/>
              </a:solidFill>
              <a:latin typeface="Verdana"/>
              <a:ea typeface="Verdana"/>
              <a:cs typeface="Verdana"/>
              <a:sym typeface="Verdana"/>
            </a:endParaRPr>
          </a:p>
          <a:p>
            <a:pPr indent="0" lvl="0" marL="0" marR="0" rtl="0" algn="l">
              <a:lnSpc>
                <a:spcPct val="100000"/>
              </a:lnSpc>
              <a:spcBef>
                <a:spcPts val="500"/>
              </a:spcBef>
              <a:spcAft>
                <a:spcPts val="0"/>
              </a:spcAft>
              <a:buClr>
                <a:srgbClr val="000000"/>
              </a:buClr>
              <a:buSzPts val="900"/>
              <a:buFont typeface="Arial"/>
              <a:buNone/>
            </a:pPr>
            <a:r>
              <a:t/>
            </a:r>
            <a:endParaRPr b="1" sz="1100">
              <a:solidFill>
                <a:srgbClr val="53565A"/>
              </a:solidFill>
              <a:latin typeface="Verdana"/>
              <a:ea typeface="Verdana"/>
              <a:cs typeface="Verdana"/>
              <a:sym typeface="Verdana"/>
            </a:endParaRPr>
          </a:p>
        </p:txBody>
      </p:sp>
      <p:sp>
        <p:nvSpPr>
          <p:cNvPr id="200" name="Google Shape;200;p17"/>
          <p:cNvSpPr/>
          <p:nvPr/>
        </p:nvSpPr>
        <p:spPr>
          <a:xfrm>
            <a:off x="756330" y="1332133"/>
            <a:ext cx="453900" cy="453900"/>
          </a:xfrm>
          <a:prstGeom prst="ellipse">
            <a:avLst/>
          </a:prstGeom>
          <a:solidFill>
            <a:srgbClr val="FFC72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Verdana"/>
                <a:ea typeface="Verdana"/>
                <a:cs typeface="Verdana"/>
                <a:sym typeface="Verdana"/>
              </a:rPr>
              <a:t>1</a:t>
            </a:r>
            <a:endParaRPr b="0" i="0" sz="1400" u="none" cap="none" strike="noStrike">
              <a:solidFill>
                <a:srgbClr val="000000"/>
              </a:solidFill>
              <a:latin typeface="Arial"/>
              <a:ea typeface="Arial"/>
              <a:cs typeface="Arial"/>
              <a:sym typeface="Arial"/>
            </a:endParaRPr>
          </a:p>
        </p:txBody>
      </p:sp>
      <p:sp>
        <p:nvSpPr>
          <p:cNvPr id="201" name="Google Shape;201;p17"/>
          <p:cNvSpPr/>
          <p:nvPr/>
        </p:nvSpPr>
        <p:spPr>
          <a:xfrm>
            <a:off x="1935405" y="1332133"/>
            <a:ext cx="453900" cy="453900"/>
          </a:xfrm>
          <a:prstGeom prst="ellipse">
            <a:avLst/>
          </a:prstGeom>
          <a:solidFill>
            <a:srgbClr val="FFC72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
        <p:nvSpPr>
          <p:cNvPr id="202" name="Google Shape;202;p17"/>
          <p:cNvSpPr/>
          <p:nvPr/>
        </p:nvSpPr>
        <p:spPr>
          <a:xfrm>
            <a:off x="3114480" y="1332133"/>
            <a:ext cx="453900" cy="453900"/>
          </a:xfrm>
          <a:prstGeom prst="ellipse">
            <a:avLst/>
          </a:prstGeom>
          <a:solidFill>
            <a:srgbClr val="FFC72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Verdana"/>
                <a:ea typeface="Verdana"/>
                <a:cs typeface="Verdana"/>
                <a:sym typeface="Verdana"/>
              </a:rPr>
              <a:t>3</a:t>
            </a:r>
            <a:endParaRPr b="0" i="0" sz="1400" u="none" cap="none" strike="noStrike">
              <a:solidFill>
                <a:srgbClr val="000000"/>
              </a:solidFill>
              <a:latin typeface="Arial"/>
              <a:ea typeface="Arial"/>
              <a:cs typeface="Arial"/>
              <a:sym typeface="Arial"/>
            </a:endParaRPr>
          </a:p>
        </p:txBody>
      </p:sp>
      <p:sp>
        <p:nvSpPr>
          <p:cNvPr id="203" name="Google Shape;203;p17"/>
          <p:cNvSpPr/>
          <p:nvPr/>
        </p:nvSpPr>
        <p:spPr>
          <a:xfrm>
            <a:off x="4293555" y="1332133"/>
            <a:ext cx="453900" cy="453900"/>
          </a:xfrm>
          <a:prstGeom prst="ellipse">
            <a:avLst/>
          </a:prstGeom>
          <a:solidFill>
            <a:srgbClr val="FFC72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Verdana"/>
                <a:ea typeface="Verdana"/>
                <a:cs typeface="Verdana"/>
                <a:sym typeface="Verdana"/>
              </a:rPr>
              <a:t>4</a:t>
            </a:r>
            <a:endParaRPr b="0" i="0" sz="1400" u="none" cap="none" strike="noStrike">
              <a:solidFill>
                <a:srgbClr val="000000"/>
              </a:solidFill>
              <a:latin typeface="Arial"/>
              <a:ea typeface="Arial"/>
              <a:cs typeface="Arial"/>
              <a:sym typeface="Arial"/>
            </a:endParaRPr>
          </a:p>
        </p:txBody>
      </p:sp>
      <p:sp>
        <p:nvSpPr>
          <p:cNvPr id="204" name="Google Shape;204;p17"/>
          <p:cNvSpPr/>
          <p:nvPr/>
        </p:nvSpPr>
        <p:spPr>
          <a:xfrm>
            <a:off x="5472630" y="1332133"/>
            <a:ext cx="453900" cy="453900"/>
          </a:xfrm>
          <a:prstGeom prst="ellipse">
            <a:avLst/>
          </a:prstGeom>
          <a:solidFill>
            <a:srgbClr val="FFC72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Verdana"/>
                <a:ea typeface="Verdana"/>
                <a:cs typeface="Verdana"/>
                <a:sym typeface="Verdana"/>
              </a:rPr>
              <a:t>5</a:t>
            </a:r>
            <a:endParaRPr b="0" i="0" sz="1400" u="none" cap="none" strike="noStrike">
              <a:solidFill>
                <a:srgbClr val="000000"/>
              </a:solidFill>
              <a:latin typeface="Arial"/>
              <a:ea typeface="Arial"/>
              <a:cs typeface="Arial"/>
              <a:sym typeface="Arial"/>
            </a:endParaRPr>
          </a:p>
        </p:txBody>
      </p:sp>
      <p:sp>
        <p:nvSpPr>
          <p:cNvPr id="205" name="Google Shape;205;p17"/>
          <p:cNvSpPr/>
          <p:nvPr/>
        </p:nvSpPr>
        <p:spPr>
          <a:xfrm>
            <a:off x="6651705" y="1332133"/>
            <a:ext cx="453900" cy="453900"/>
          </a:xfrm>
          <a:prstGeom prst="ellipse">
            <a:avLst/>
          </a:prstGeom>
          <a:solidFill>
            <a:srgbClr val="FFC72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Verdana"/>
                <a:ea typeface="Verdana"/>
                <a:cs typeface="Verdana"/>
                <a:sym typeface="Verdana"/>
              </a:rPr>
              <a:t>6</a:t>
            </a:r>
            <a:endParaRPr b="0" i="0" sz="1400" u="none" cap="none" strike="noStrike">
              <a:solidFill>
                <a:srgbClr val="000000"/>
              </a:solidFill>
              <a:latin typeface="Arial"/>
              <a:ea typeface="Arial"/>
              <a:cs typeface="Arial"/>
              <a:sym typeface="Arial"/>
            </a:endParaRPr>
          </a:p>
        </p:txBody>
      </p:sp>
      <p:sp>
        <p:nvSpPr>
          <p:cNvPr id="192" name="Google Shape;192;p17"/>
          <p:cNvSpPr/>
          <p:nvPr/>
        </p:nvSpPr>
        <p:spPr>
          <a:xfrm>
            <a:off x="7830777" y="1332133"/>
            <a:ext cx="453900" cy="453900"/>
          </a:xfrm>
          <a:prstGeom prst="ellipse">
            <a:avLst/>
          </a:prstGeom>
          <a:solidFill>
            <a:srgbClr val="FFC72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Verdana"/>
                <a:ea typeface="Verdana"/>
                <a:cs typeface="Verdana"/>
                <a:sym typeface="Verdana"/>
              </a:rPr>
              <a:t>7</a:t>
            </a:r>
            <a:endParaRPr b="0" i="0" sz="1400" u="none" cap="none" strike="noStrike">
              <a:solidFill>
                <a:srgbClr val="000000"/>
              </a:solidFill>
              <a:latin typeface="Arial"/>
              <a:ea typeface="Arial"/>
              <a:cs typeface="Arial"/>
              <a:sym typeface="Arial"/>
            </a:endParaRPr>
          </a:p>
        </p:txBody>
      </p:sp>
      <p:cxnSp>
        <p:nvCxnSpPr>
          <p:cNvPr id="206" name="Google Shape;206;p17"/>
          <p:cNvCxnSpPr/>
          <p:nvPr/>
        </p:nvCxnSpPr>
        <p:spPr>
          <a:xfrm>
            <a:off x="2168271" y="1786038"/>
            <a:ext cx="0" cy="1738200"/>
          </a:xfrm>
          <a:prstGeom prst="straightConnector1">
            <a:avLst/>
          </a:prstGeom>
          <a:noFill/>
          <a:ln cap="flat" cmpd="sng" w="9525">
            <a:solidFill>
              <a:srgbClr val="DBDDDD"/>
            </a:solidFill>
            <a:prstDash val="solid"/>
            <a:round/>
            <a:headEnd len="sm" w="sm" type="none"/>
            <a:tailEnd len="med" w="med" type="oval"/>
          </a:ln>
        </p:spPr>
      </p:cxnSp>
      <p:cxnSp>
        <p:nvCxnSpPr>
          <p:cNvPr id="207" name="Google Shape;207;p17"/>
          <p:cNvCxnSpPr/>
          <p:nvPr/>
        </p:nvCxnSpPr>
        <p:spPr>
          <a:xfrm>
            <a:off x="4521507" y="1786038"/>
            <a:ext cx="0" cy="1738200"/>
          </a:xfrm>
          <a:prstGeom prst="straightConnector1">
            <a:avLst/>
          </a:prstGeom>
          <a:noFill/>
          <a:ln cap="flat" cmpd="sng" w="9525">
            <a:solidFill>
              <a:srgbClr val="DBDDDD"/>
            </a:solidFill>
            <a:prstDash val="solid"/>
            <a:round/>
            <a:headEnd len="sm" w="sm" type="none"/>
            <a:tailEnd len="med" w="med" type="oval"/>
          </a:ln>
        </p:spPr>
      </p:cxnSp>
      <p:cxnSp>
        <p:nvCxnSpPr>
          <p:cNvPr id="208" name="Google Shape;208;p17"/>
          <p:cNvCxnSpPr/>
          <p:nvPr/>
        </p:nvCxnSpPr>
        <p:spPr>
          <a:xfrm>
            <a:off x="6874742" y="1786038"/>
            <a:ext cx="0" cy="1738200"/>
          </a:xfrm>
          <a:prstGeom prst="straightConnector1">
            <a:avLst/>
          </a:prstGeom>
          <a:noFill/>
          <a:ln cap="flat" cmpd="sng" w="9525">
            <a:solidFill>
              <a:srgbClr val="DBDDDD"/>
            </a:solidFill>
            <a:prstDash val="solid"/>
            <a:round/>
            <a:headEnd len="sm" w="sm" type="none"/>
            <a:tailEnd len="med" w="med" type="oval"/>
          </a:ln>
        </p:spPr>
      </p:cxnSp>
      <p:grpSp>
        <p:nvGrpSpPr>
          <p:cNvPr id="209" name="Google Shape;209;p17"/>
          <p:cNvGrpSpPr/>
          <p:nvPr/>
        </p:nvGrpSpPr>
        <p:grpSpPr>
          <a:xfrm>
            <a:off x="984929" y="1785990"/>
            <a:ext cx="7100047" cy="450885"/>
            <a:chOff x="984929" y="1786038"/>
            <a:chExt cx="7100047" cy="550800"/>
          </a:xfrm>
        </p:grpSpPr>
        <p:cxnSp>
          <p:nvCxnSpPr>
            <p:cNvPr id="210" name="Google Shape;210;p17"/>
            <p:cNvCxnSpPr/>
            <p:nvPr/>
          </p:nvCxnSpPr>
          <p:spPr>
            <a:xfrm>
              <a:off x="984929" y="1786038"/>
              <a:ext cx="0" cy="550800"/>
            </a:xfrm>
            <a:prstGeom prst="straightConnector1">
              <a:avLst/>
            </a:prstGeom>
            <a:noFill/>
            <a:ln cap="flat" cmpd="sng" w="9525">
              <a:solidFill>
                <a:srgbClr val="DBDDDD"/>
              </a:solidFill>
              <a:prstDash val="solid"/>
              <a:round/>
              <a:headEnd len="sm" w="sm" type="none"/>
              <a:tailEnd len="med" w="med" type="oval"/>
            </a:ln>
          </p:spPr>
        </p:cxnSp>
        <p:cxnSp>
          <p:nvCxnSpPr>
            <p:cNvPr id="211" name="Google Shape;211;p17"/>
            <p:cNvCxnSpPr/>
            <p:nvPr/>
          </p:nvCxnSpPr>
          <p:spPr>
            <a:xfrm>
              <a:off x="3351612" y="1786038"/>
              <a:ext cx="0" cy="550800"/>
            </a:xfrm>
            <a:prstGeom prst="straightConnector1">
              <a:avLst/>
            </a:prstGeom>
            <a:noFill/>
            <a:ln cap="flat" cmpd="sng" w="9525">
              <a:solidFill>
                <a:srgbClr val="DBDDDD"/>
              </a:solidFill>
              <a:prstDash val="solid"/>
              <a:round/>
              <a:headEnd len="sm" w="sm" type="none"/>
              <a:tailEnd len="med" w="med" type="oval"/>
            </a:ln>
          </p:spPr>
        </p:cxnSp>
        <p:cxnSp>
          <p:nvCxnSpPr>
            <p:cNvPr id="212" name="Google Shape;212;p17"/>
            <p:cNvCxnSpPr/>
            <p:nvPr/>
          </p:nvCxnSpPr>
          <p:spPr>
            <a:xfrm>
              <a:off x="5691400" y="1786038"/>
              <a:ext cx="0" cy="550800"/>
            </a:xfrm>
            <a:prstGeom prst="straightConnector1">
              <a:avLst/>
            </a:prstGeom>
            <a:noFill/>
            <a:ln cap="flat" cmpd="sng" w="9525">
              <a:solidFill>
                <a:srgbClr val="DBDDDD"/>
              </a:solidFill>
              <a:prstDash val="solid"/>
              <a:round/>
              <a:headEnd len="sm" w="sm" type="none"/>
              <a:tailEnd len="med" w="med" type="oval"/>
            </a:ln>
          </p:spPr>
        </p:cxnSp>
        <p:cxnSp>
          <p:nvCxnSpPr>
            <p:cNvPr id="213" name="Google Shape;213;p17"/>
            <p:cNvCxnSpPr/>
            <p:nvPr/>
          </p:nvCxnSpPr>
          <p:spPr>
            <a:xfrm>
              <a:off x="8084976" y="1786038"/>
              <a:ext cx="0" cy="550800"/>
            </a:xfrm>
            <a:prstGeom prst="straightConnector1">
              <a:avLst/>
            </a:prstGeom>
            <a:noFill/>
            <a:ln cap="flat" cmpd="sng" w="9525">
              <a:solidFill>
                <a:srgbClr val="DBDDDD"/>
              </a:solidFill>
              <a:prstDash val="solid"/>
              <a:round/>
              <a:headEnd len="sm" w="sm" type="none"/>
              <a:tailEnd len="med" w="med" type="oval"/>
            </a:ln>
          </p:spPr>
        </p:cxnSp>
      </p:grpSp>
      <p:sp>
        <p:nvSpPr>
          <p:cNvPr id="214" name="Google Shape;214;p17"/>
          <p:cNvSpPr txBox="1"/>
          <p:nvPr>
            <p:ph type="title"/>
          </p:nvPr>
        </p:nvSpPr>
        <p:spPr>
          <a:xfrm>
            <a:off x="642975" y="209250"/>
            <a:ext cx="63183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8"/>
          <p:cNvSpPr/>
          <p:nvPr/>
        </p:nvSpPr>
        <p:spPr>
          <a:xfrm>
            <a:off x="5118575" y="991200"/>
            <a:ext cx="4025400" cy="4152300"/>
          </a:xfrm>
          <a:prstGeom prst="rect">
            <a:avLst/>
          </a:prstGeom>
          <a:solidFill>
            <a:srgbClr val="F2F2F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222" name="Google Shape;222;p18"/>
          <p:cNvSpPr txBox="1"/>
          <p:nvPr/>
        </p:nvSpPr>
        <p:spPr>
          <a:xfrm>
            <a:off x="5304399" y="1152475"/>
            <a:ext cx="3544200" cy="210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What is Lorem Ipsum?</a:t>
            </a:r>
            <a:endParaRPr b="1" i="0" sz="1100" u="none" cap="none" strike="noStrike">
              <a:solidFill>
                <a:srgbClr val="53565A"/>
              </a:solidFill>
              <a:latin typeface="Verdana"/>
              <a:ea typeface="Verdana"/>
              <a:cs typeface="Verdana"/>
              <a:sym typeface="Verdana"/>
            </a:endParaRPr>
          </a:p>
          <a:p>
            <a:pPr indent="-95300" lvl="0" marL="108000" marR="0" rtl="0" algn="l">
              <a:lnSpc>
                <a:spcPct val="100000"/>
              </a:lnSpc>
              <a:spcBef>
                <a:spcPts val="600"/>
              </a:spcBef>
              <a:spcAft>
                <a:spcPts val="0"/>
              </a:spcAft>
              <a:buClr>
                <a:srgbClr val="000000"/>
              </a:buClr>
              <a:buSzPts val="900"/>
              <a:buFont typeface="Arial"/>
              <a:buChar char="•"/>
            </a:pPr>
            <a:r>
              <a:rPr lang="en" sz="900">
                <a:solidFill>
                  <a:srgbClr val="53565A"/>
                </a:solidFill>
                <a:latin typeface="Verdana"/>
                <a:ea typeface="Verdana"/>
                <a:cs typeface="Verdana"/>
                <a:sym typeface="Verdana"/>
              </a:rPr>
              <a:t>Lorem Ipsum has been the industry's standard dummy text ever since the 1500s, when an unknown printer took a galley of type and scrambled it to make a type specimen book. </a:t>
            </a:r>
            <a:endParaRPr sz="900">
              <a:solidFill>
                <a:srgbClr val="53565A"/>
              </a:solidFill>
              <a:latin typeface="Verdana"/>
              <a:ea typeface="Verdana"/>
              <a:cs typeface="Verdana"/>
              <a:sym typeface="Verdana"/>
            </a:endParaRPr>
          </a:p>
          <a:p>
            <a:pPr indent="-95300" lvl="0" marL="108000" marR="0" rtl="0" algn="l">
              <a:lnSpc>
                <a:spcPct val="100000"/>
              </a:lnSpc>
              <a:spcBef>
                <a:spcPts val="600"/>
              </a:spcBef>
              <a:spcAft>
                <a:spcPts val="0"/>
              </a:spcAft>
              <a:buClr>
                <a:srgbClr val="000000"/>
              </a:buClr>
              <a:buSzPts val="900"/>
              <a:buFont typeface="Arial"/>
              <a:buChar char="•"/>
            </a:pPr>
            <a:r>
              <a:rPr lang="en" sz="900">
                <a:solidFill>
                  <a:srgbClr val="53565A"/>
                </a:solidFill>
                <a:latin typeface="Verdana"/>
                <a:ea typeface="Verdana"/>
                <a:cs typeface="Verdana"/>
                <a:sym typeface="Verdana"/>
              </a:rPr>
              <a:t>It has survived not only five centuries, but also the leap into electronic typesetting, remaining essentially unchanged. I</a:t>
            </a:r>
            <a:endParaRPr sz="900">
              <a:solidFill>
                <a:srgbClr val="53565A"/>
              </a:solidFill>
              <a:latin typeface="Verdana"/>
              <a:ea typeface="Verdana"/>
              <a:cs typeface="Verdana"/>
              <a:sym typeface="Verdana"/>
            </a:endParaRPr>
          </a:p>
          <a:p>
            <a:pPr indent="-95300" lvl="0" marL="108000" marR="0" rtl="0" algn="l">
              <a:lnSpc>
                <a:spcPct val="100000"/>
              </a:lnSpc>
              <a:spcBef>
                <a:spcPts val="600"/>
              </a:spcBef>
              <a:spcAft>
                <a:spcPts val="0"/>
              </a:spcAft>
              <a:buClr>
                <a:srgbClr val="000000"/>
              </a:buClr>
              <a:buSzPts val="900"/>
              <a:buFont typeface="Arial"/>
              <a:buChar char="•"/>
            </a:pPr>
            <a:r>
              <a:rPr lang="en" sz="900">
                <a:solidFill>
                  <a:srgbClr val="53565A"/>
                </a:solidFill>
                <a:latin typeface="Verdana"/>
                <a:ea typeface="Verdana"/>
                <a:cs typeface="Verdana"/>
                <a:sym typeface="Verdana"/>
              </a:rPr>
              <a:t>It was popularised in the 1960s with the release of Letraset sheets containing Lorem Ipsum passages, and more recently with desktop publishing software like Aldus PageMaker including versions of Lorem Ipsum.</a:t>
            </a:r>
            <a:r>
              <a:rPr b="0" i="0" lang="en" sz="900" u="none" cap="none" strike="noStrike">
                <a:solidFill>
                  <a:srgbClr val="53565A"/>
                </a:solidFill>
                <a:latin typeface="Verdana"/>
                <a:ea typeface="Verdana"/>
                <a:cs typeface="Verdana"/>
                <a:sym typeface="Verdana"/>
              </a:rPr>
              <a:t> </a:t>
            </a:r>
            <a:endParaRPr b="0" i="0" sz="900" u="none" cap="none" strike="noStrike">
              <a:solidFill>
                <a:srgbClr val="53565A"/>
              </a:solidFill>
              <a:latin typeface="Arial"/>
              <a:ea typeface="Arial"/>
              <a:cs typeface="Arial"/>
              <a:sym typeface="Arial"/>
            </a:endParaRPr>
          </a:p>
        </p:txBody>
      </p:sp>
      <p:sp>
        <p:nvSpPr>
          <p:cNvPr id="223" name="Google Shape;223;p18"/>
          <p:cNvSpPr txBox="1"/>
          <p:nvPr>
            <p:ph type="title"/>
          </p:nvPr>
        </p:nvSpPr>
        <p:spPr>
          <a:xfrm>
            <a:off x="642975" y="209250"/>
            <a:ext cx="63183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8"/>
          <p:cNvSpPr txBox="1"/>
          <p:nvPr>
            <p:ph idx="1" type="body"/>
          </p:nvPr>
        </p:nvSpPr>
        <p:spPr>
          <a:xfrm>
            <a:off x="311700" y="1152475"/>
            <a:ext cx="45228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a:solidFill>
                  <a:srgbClr val="53565A"/>
                </a:solidFill>
              </a:rPr>
              <a:t>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a:t>
            </a:r>
            <a:endParaRPr>
              <a:solidFill>
                <a:srgbClr val="53565A"/>
              </a:solidFill>
            </a:endParaRPr>
          </a:p>
          <a:p>
            <a:pPr indent="0" lvl="0" marL="0" rtl="0" algn="l">
              <a:lnSpc>
                <a:spcPct val="100000"/>
              </a:lnSpc>
              <a:spcBef>
                <a:spcPts val="0"/>
              </a:spcBef>
              <a:spcAft>
                <a:spcPts val="0"/>
              </a:spcAft>
              <a:buNone/>
            </a:pPr>
            <a:r>
              <a:t/>
            </a:r>
            <a:endParaRPr>
              <a:solidFill>
                <a:srgbClr val="53565A"/>
              </a:solidFill>
            </a:endParaRPr>
          </a:p>
          <a:p>
            <a:pPr indent="0" lvl="0" marL="0" rtl="0" algn="l">
              <a:lnSpc>
                <a:spcPct val="100000"/>
              </a:lnSpc>
              <a:spcBef>
                <a:spcPts val="0"/>
              </a:spcBef>
              <a:spcAft>
                <a:spcPts val="0"/>
              </a:spcAft>
              <a:buNone/>
            </a:pPr>
            <a:r>
              <a:rPr lang="en">
                <a:solidFill>
                  <a:srgbClr val="53565A"/>
                </a:solidFill>
              </a:rPr>
              <a:t>It was popularised in the 1960s with the release of Letraset sheets containing Lorem Ipsum passages, and more recently with desktop publishing software like Aldus PageMaker including versions of Lorem Ipsum.</a:t>
            </a:r>
            <a:endParaRPr>
              <a:solidFill>
                <a:srgbClr val="53565A"/>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9"/>
          <p:cNvSpPr/>
          <p:nvPr/>
        </p:nvSpPr>
        <p:spPr>
          <a:xfrm>
            <a:off x="544006" y="3200400"/>
            <a:ext cx="7965300" cy="1943100"/>
          </a:xfrm>
          <a:prstGeom prst="rect">
            <a:avLst/>
          </a:prstGeom>
          <a:solidFill>
            <a:srgbClr val="F2F2F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231" name="Google Shape;231;p19"/>
          <p:cNvSpPr/>
          <p:nvPr/>
        </p:nvSpPr>
        <p:spPr>
          <a:xfrm>
            <a:off x="557094" y="1143600"/>
            <a:ext cx="1896900" cy="1824900"/>
          </a:xfrm>
          <a:prstGeom prst="rect">
            <a:avLst/>
          </a:prstGeom>
          <a:solidFill>
            <a:srgbClr val="6D207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232" name="Google Shape;232;p19"/>
          <p:cNvSpPr/>
          <p:nvPr/>
        </p:nvSpPr>
        <p:spPr>
          <a:xfrm>
            <a:off x="2556707" y="1143600"/>
            <a:ext cx="1896900" cy="1824900"/>
          </a:xfrm>
          <a:prstGeom prst="rect">
            <a:avLst/>
          </a:prstGeom>
          <a:solidFill>
            <a:srgbClr val="DA291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233" name="Google Shape;233;p19"/>
          <p:cNvSpPr/>
          <p:nvPr/>
        </p:nvSpPr>
        <p:spPr>
          <a:xfrm>
            <a:off x="4556320" y="1143600"/>
            <a:ext cx="1925100" cy="1824900"/>
          </a:xfrm>
          <a:prstGeom prst="rect">
            <a:avLst/>
          </a:prstGeom>
          <a:solidFill>
            <a:srgbClr val="53565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234" name="Google Shape;234;p19"/>
          <p:cNvSpPr/>
          <p:nvPr/>
        </p:nvSpPr>
        <p:spPr>
          <a:xfrm>
            <a:off x="6584064" y="1143600"/>
            <a:ext cx="1925100" cy="18249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235" name="Google Shape;235;p19"/>
          <p:cNvSpPr txBox="1"/>
          <p:nvPr/>
        </p:nvSpPr>
        <p:spPr>
          <a:xfrm>
            <a:off x="646925" y="1872475"/>
            <a:ext cx="1713000" cy="86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100" u="none" cap="none" strike="noStrike">
                <a:solidFill>
                  <a:srgbClr val="FFFFFF"/>
                </a:solidFill>
                <a:latin typeface="Verdana"/>
                <a:ea typeface="Verdana"/>
                <a:cs typeface="Verdana"/>
                <a:sym typeface="Verdana"/>
              </a:rPr>
              <a:t>Describe a </a:t>
            </a:r>
            <a:r>
              <a:rPr b="1" i="0" lang="en" sz="1100" u="none" cap="none" strike="noStrike">
                <a:solidFill>
                  <a:srgbClr val="FFFFFF"/>
                </a:solidFill>
                <a:latin typeface="Verdana"/>
                <a:ea typeface="Verdana"/>
                <a:cs typeface="Verdana"/>
                <a:sym typeface="Verdana"/>
              </a:rPr>
              <a:t>Situation</a:t>
            </a:r>
            <a:r>
              <a:rPr b="0" i="0" lang="en" sz="1100" u="none" cap="none" strike="noStrike">
                <a:solidFill>
                  <a:srgbClr val="FFFFFF"/>
                </a:solidFill>
                <a:latin typeface="Verdana"/>
                <a:ea typeface="Verdana"/>
                <a:cs typeface="Verdana"/>
                <a:sym typeface="Verdana"/>
              </a:rPr>
              <a:t> where you faced a challenging problem at work.</a:t>
            </a:r>
            <a:endParaRPr b="0" i="0" sz="1100" u="none" cap="none" strike="noStrike">
              <a:solidFill>
                <a:srgbClr val="FFFFFF"/>
              </a:solidFill>
              <a:latin typeface="Arial"/>
              <a:ea typeface="Arial"/>
              <a:cs typeface="Arial"/>
              <a:sym typeface="Arial"/>
            </a:endParaRPr>
          </a:p>
        </p:txBody>
      </p:sp>
      <p:sp>
        <p:nvSpPr>
          <p:cNvPr id="236" name="Google Shape;236;p19"/>
          <p:cNvSpPr txBox="1"/>
          <p:nvPr/>
        </p:nvSpPr>
        <p:spPr>
          <a:xfrm>
            <a:off x="2611590" y="1872474"/>
            <a:ext cx="1787100" cy="692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100" u="none" cap="none" strike="noStrike">
                <a:solidFill>
                  <a:srgbClr val="FFFFFF"/>
                </a:solidFill>
                <a:latin typeface="Verdana"/>
                <a:ea typeface="Verdana"/>
                <a:cs typeface="Verdana"/>
                <a:sym typeface="Verdana"/>
              </a:rPr>
              <a:t>What was your </a:t>
            </a:r>
            <a:r>
              <a:rPr b="1" i="0" lang="en" sz="1100" u="none" cap="none" strike="noStrike">
                <a:solidFill>
                  <a:srgbClr val="FFFFFF"/>
                </a:solidFill>
                <a:latin typeface="Verdana"/>
                <a:ea typeface="Verdana"/>
                <a:cs typeface="Verdana"/>
                <a:sym typeface="Verdana"/>
              </a:rPr>
              <a:t>Task</a:t>
            </a:r>
            <a:r>
              <a:rPr b="0" i="0" lang="en" sz="1100" u="none" cap="none" strike="noStrike">
                <a:solidFill>
                  <a:srgbClr val="FFFFFF"/>
                </a:solidFill>
                <a:latin typeface="Verdana"/>
                <a:ea typeface="Verdana"/>
                <a:cs typeface="Verdana"/>
                <a:sym typeface="Verdana"/>
              </a:rPr>
              <a:t> or responsibility in that situation?</a:t>
            </a:r>
            <a:endParaRPr b="0" i="0" sz="1100" u="none" cap="none" strike="noStrike">
              <a:solidFill>
                <a:srgbClr val="FFFFFF"/>
              </a:solidFill>
              <a:latin typeface="Arial"/>
              <a:ea typeface="Arial"/>
              <a:cs typeface="Arial"/>
              <a:sym typeface="Arial"/>
            </a:endParaRPr>
          </a:p>
        </p:txBody>
      </p:sp>
      <p:sp>
        <p:nvSpPr>
          <p:cNvPr id="237" name="Google Shape;237;p19"/>
          <p:cNvSpPr txBox="1"/>
          <p:nvPr/>
        </p:nvSpPr>
        <p:spPr>
          <a:xfrm>
            <a:off x="4771007" y="1885675"/>
            <a:ext cx="1461000" cy="692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100" u="none" cap="none" strike="noStrike">
                <a:solidFill>
                  <a:srgbClr val="FFFFFF"/>
                </a:solidFill>
                <a:latin typeface="Verdana"/>
                <a:ea typeface="Verdana"/>
                <a:cs typeface="Verdana"/>
                <a:sym typeface="Verdana"/>
              </a:rPr>
              <a:t>How did you </a:t>
            </a:r>
            <a:r>
              <a:rPr b="1" i="0" lang="en" sz="1100" u="none" cap="none" strike="noStrike">
                <a:solidFill>
                  <a:srgbClr val="FFFFFF"/>
                </a:solidFill>
                <a:latin typeface="Verdana"/>
                <a:ea typeface="Verdana"/>
                <a:cs typeface="Verdana"/>
                <a:sym typeface="Verdana"/>
              </a:rPr>
              <a:t>Act</a:t>
            </a:r>
            <a:r>
              <a:rPr b="0" i="0" lang="en" sz="1100" u="none" cap="none" strike="noStrike">
                <a:solidFill>
                  <a:srgbClr val="FFFFFF"/>
                </a:solidFill>
                <a:latin typeface="Verdana"/>
                <a:ea typeface="Verdana"/>
                <a:cs typeface="Verdana"/>
                <a:sym typeface="Verdana"/>
              </a:rPr>
              <a:t> to solve the problem? </a:t>
            </a:r>
            <a:endParaRPr b="0" i="0" sz="1100" u="none" cap="none" strike="noStrike">
              <a:solidFill>
                <a:srgbClr val="FFFFFF"/>
              </a:solidFill>
              <a:latin typeface="Arial"/>
              <a:ea typeface="Arial"/>
              <a:cs typeface="Arial"/>
              <a:sym typeface="Arial"/>
            </a:endParaRPr>
          </a:p>
        </p:txBody>
      </p:sp>
      <p:sp>
        <p:nvSpPr>
          <p:cNvPr id="238" name="Google Shape;238;p19"/>
          <p:cNvSpPr txBox="1"/>
          <p:nvPr/>
        </p:nvSpPr>
        <p:spPr>
          <a:xfrm>
            <a:off x="6816113" y="1858125"/>
            <a:ext cx="1461000" cy="692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 sz="1100" u="none" cap="none" strike="noStrike">
                <a:solidFill>
                  <a:schemeClr val="lt1"/>
                </a:solidFill>
                <a:latin typeface="Verdana"/>
                <a:ea typeface="Verdana"/>
                <a:cs typeface="Verdana"/>
                <a:sym typeface="Verdana"/>
              </a:rPr>
              <a:t>What was the </a:t>
            </a:r>
            <a:r>
              <a:rPr b="1" i="0" lang="en" sz="1100" u="none" cap="none" strike="noStrike">
                <a:solidFill>
                  <a:schemeClr val="lt1"/>
                </a:solidFill>
                <a:latin typeface="Verdana"/>
                <a:ea typeface="Verdana"/>
                <a:cs typeface="Verdana"/>
                <a:sym typeface="Verdana"/>
              </a:rPr>
              <a:t>Result</a:t>
            </a:r>
            <a:r>
              <a:rPr b="0" i="0" lang="en" sz="1100" u="none" cap="none" strike="noStrike">
                <a:solidFill>
                  <a:schemeClr val="lt1"/>
                </a:solidFill>
                <a:latin typeface="Verdana"/>
                <a:ea typeface="Verdana"/>
                <a:cs typeface="Verdana"/>
                <a:sym typeface="Verdana"/>
              </a:rPr>
              <a:t> of your actions?</a:t>
            </a:r>
            <a:endParaRPr b="0" i="0" sz="1100" u="none" cap="none" strike="noStrike">
              <a:solidFill>
                <a:schemeClr val="lt1"/>
              </a:solidFill>
              <a:latin typeface="Arial"/>
              <a:ea typeface="Arial"/>
              <a:cs typeface="Arial"/>
              <a:sym typeface="Arial"/>
            </a:endParaRPr>
          </a:p>
        </p:txBody>
      </p:sp>
      <p:sp>
        <p:nvSpPr>
          <p:cNvPr id="239" name="Google Shape;239;p19"/>
          <p:cNvSpPr txBox="1"/>
          <p:nvPr/>
        </p:nvSpPr>
        <p:spPr>
          <a:xfrm>
            <a:off x="883600" y="3326425"/>
            <a:ext cx="3413100" cy="127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b="1" lang="en" sz="1100">
                <a:solidFill>
                  <a:srgbClr val="53565A"/>
                </a:solidFill>
                <a:latin typeface="Verdana"/>
                <a:ea typeface="Verdana"/>
                <a:cs typeface="Verdana"/>
                <a:sym typeface="Verdana"/>
              </a:rPr>
              <a:t>What is Lorem Ipsum?</a:t>
            </a:r>
            <a:endParaRPr b="1" sz="1100">
              <a:solidFill>
                <a:srgbClr val="53565A"/>
              </a:solidFill>
              <a:latin typeface="Verdana"/>
              <a:ea typeface="Verdana"/>
              <a:cs typeface="Verdana"/>
              <a:sym typeface="Verdana"/>
            </a:endParaRPr>
          </a:p>
          <a:p>
            <a:pPr indent="-108000" lvl="0" marL="108000" rtl="0" algn="l">
              <a:spcBef>
                <a:spcPts val="600"/>
              </a:spcBef>
              <a:spcAft>
                <a:spcPts val="0"/>
              </a:spcAft>
              <a:buSzPts val="1100"/>
              <a:buChar char="•"/>
            </a:pPr>
            <a:r>
              <a:rPr lang="en" sz="1100">
                <a:solidFill>
                  <a:srgbClr val="53565A"/>
                </a:solidFill>
                <a:latin typeface="Verdana"/>
                <a:ea typeface="Verdana"/>
                <a:cs typeface="Verdana"/>
                <a:sym typeface="Verdana"/>
              </a:rPr>
              <a:t>Lorem Ipsum has been the industry's standard dummy text ever since the 1500s, when an unknown printer took a galley of type and scrambled it to make a type specimen book. </a:t>
            </a:r>
            <a:endParaRPr b="1" sz="1100">
              <a:solidFill>
                <a:srgbClr val="53565A"/>
              </a:solidFill>
              <a:latin typeface="Verdana"/>
              <a:ea typeface="Verdana"/>
              <a:cs typeface="Verdana"/>
              <a:sym typeface="Verdana"/>
            </a:endParaRPr>
          </a:p>
        </p:txBody>
      </p:sp>
      <p:sp>
        <p:nvSpPr>
          <p:cNvPr id="240" name="Google Shape;240;p19"/>
          <p:cNvSpPr txBox="1"/>
          <p:nvPr/>
        </p:nvSpPr>
        <p:spPr>
          <a:xfrm>
            <a:off x="883588" y="1328265"/>
            <a:ext cx="1355700" cy="631200"/>
          </a:xfrm>
          <a:prstGeom prst="rect">
            <a:avLst/>
          </a:prstGeom>
          <a:noFill/>
          <a:ln>
            <a:noFill/>
          </a:ln>
        </p:spPr>
        <p:txBody>
          <a:bodyPr anchorCtr="0" anchor="t" bIns="91425" lIns="0" spcFirstLastPara="1" rIns="91425" wrap="square" tIns="0">
            <a:spAutoFit/>
          </a:bodyPr>
          <a:lstStyle/>
          <a:p>
            <a:pPr indent="0" lvl="0" marL="0" marR="0" rtl="0" algn="ctr">
              <a:lnSpc>
                <a:spcPct val="100000"/>
              </a:lnSpc>
              <a:spcBef>
                <a:spcPts val="0"/>
              </a:spcBef>
              <a:spcAft>
                <a:spcPts val="0"/>
              </a:spcAft>
              <a:buClr>
                <a:srgbClr val="000000"/>
              </a:buClr>
              <a:buSzPts val="3500"/>
              <a:buFont typeface="Arial"/>
              <a:buNone/>
            </a:pPr>
            <a:r>
              <a:rPr b="1" i="0" lang="en" sz="3500" u="none" cap="none" strike="noStrike">
                <a:solidFill>
                  <a:srgbClr val="FFFFFF"/>
                </a:solidFill>
                <a:latin typeface="Verdana"/>
                <a:ea typeface="Verdana"/>
                <a:cs typeface="Verdana"/>
                <a:sym typeface="Verdana"/>
              </a:rPr>
              <a:t>S</a:t>
            </a:r>
            <a:endParaRPr b="0" i="0" sz="2700" u="none" cap="none" strike="noStrike">
              <a:solidFill>
                <a:srgbClr val="000000"/>
              </a:solidFill>
              <a:latin typeface="Arial"/>
              <a:ea typeface="Arial"/>
              <a:cs typeface="Arial"/>
              <a:sym typeface="Arial"/>
            </a:endParaRPr>
          </a:p>
        </p:txBody>
      </p:sp>
      <p:sp>
        <p:nvSpPr>
          <p:cNvPr id="241" name="Google Shape;241;p19"/>
          <p:cNvSpPr txBox="1"/>
          <p:nvPr/>
        </p:nvSpPr>
        <p:spPr>
          <a:xfrm>
            <a:off x="3009330" y="1328265"/>
            <a:ext cx="998700" cy="631200"/>
          </a:xfrm>
          <a:prstGeom prst="rect">
            <a:avLst/>
          </a:prstGeom>
          <a:noFill/>
          <a:ln>
            <a:noFill/>
          </a:ln>
        </p:spPr>
        <p:txBody>
          <a:bodyPr anchorCtr="0" anchor="t" bIns="91425" lIns="0" spcFirstLastPara="1" rIns="91425" wrap="square" tIns="0">
            <a:spAutoFit/>
          </a:bodyPr>
          <a:lstStyle/>
          <a:p>
            <a:pPr indent="0" lvl="0" marL="0" marR="0" rtl="0" algn="ctr">
              <a:lnSpc>
                <a:spcPct val="100000"/>
              </a:lnSpc>
              <a:spcBef>
                <a:spcPts val="0"/>
              </a:spcBef>
              <a:spcAft>
                <a:spcPts val="0"/>
              </a:spcAft>
              <a:buClr>
                <a:srgbClr val="000000"/>
              </a:buClr>
              <a:buSzPts val="3500"/>
              <a:buFont typeface="Arial"/>
              <a:buNone/>
            </a:pPr>
            <a:r>
              <a:rPr b="1" i="0" lang="en" sz="3500" u="none" cap="none" strike="noStrike">
                <a:solidFill>
                  <a:srgbClr val="FFFFFF"/>
                </a:solidFill>
                <a:latin typeface="Verdana"/>
                <a:ea typeface="Verdana"/>
                <a:cs typeface="Verdana"/>
                <a:sym typeface="Verdana"/>
              </a:rPr>
              <a:t>T</a:t>
            </a:r>
            <a:endParaRPr b="0" i="0" sz="2700" u="none" cap="none" strike="noStrike">
              <a:solidFill>
                <a:srgbClr val="000000"/>
              </a:solidFill>
              <a:latin typeface="Arial"/>
              <a:ea typeface="Arial"/>
              <a:cs typeface="Arial"/>
              <a:sym typeface="Arial"/>
            </a:endParaRPr>
          </a:p>
        </p:txBody>
      </p:sp>
      <p:sp>
        <p:nvSpPr>
          <p:cNvPr id="242" name="Google Shape;242;p19"/>
          <p:cNvSpPr txBox="1"/>
          <p:nvPr/>
        </p:nvSpPr>
        <p:spPr>
          <a:xfrm>
            <a:off x="5028315" y="1328265"/>
            <a:ext cx="998700" cy="631200"/>
          </a:xfrm>
          <a:prstGeom prst="rect">
            <a:avLst/>
          </a:prstGeom>
          <a:noFill/>
          <a:ln>
            <a:noFill/>
          </a:ln>
        </p:spPr>
        <p:txBody>
          <a:bodyPr anchorCtr="0" anchor="t" bIns="91425" lIns="0" spcFirstLastPara="1" rIns="91425" wrap="square" tIns="0">
            <a:spAutoFit/>
          </a:bodyPr>
          <a:lstStyle/>
          <a:p>
            <a:pPr indent="0" lvl="0" marL="0" marR="0" rtl="0" algn="ctr">
              <a:lnSpc>
                <a:spcPct val="100000"/>
              </a:lnSpc>
              <a:spcBef>
                <a:spcPts val="0"/>
              </a:spcBef>
              <a:spcAft>
                <a:spcPts val="0"/>
              </a:spcAft>
              <a:buClr>
                <a:srgbClr val="000000"/>
              </a:buClr>
              <a:buSzPts val="3500"/>
              <a:buFont typeface="Arial"/>
              <a:buNone/>
            </a:pPr>
            <a:r>
              <a:rPr b="1" i="0" lang="en" sz="3500" u="none" cap="none" strike="noStrike">
                <a:solidFill>
                  <a:srgbClr val="FFFFFF"/>
                </a:solidFill>
                <a:latin typeface="Verdana"/>
                <a:ea typeface="Verdana"/>
                <a:cs typeface="Verdana"/>
                <a:sym typeface="Verdana"/>
              </a:rPr>
              <a:t>A</a:t>
            </a:r>
            <a:endParaRPr b="0" i="0" sz="2700" u="none" cap="none" strike="noStrike">
              <a:solidFill>
                <a:srgbClr val="000000"/>
              </a:solidFill>
              <a:latin typeface="Arial"/>
              <a:ea typeface="Arial"/>
              <a:cs typeface="Arial"/>
              <a:sym typeface="Arial"/>
            </a:endParaRPr>
          </a:p>
        </p:txBody>
      </p:sp>
      <p:sp>
        <p:nvSpPr>
          <p:cNvPr id="243" name="Google Shape;243;p19"/>
          <p:cNvSpPr txBox="1"/>
          <p:nvPr/>
        </p:nvSpPr>
        <p:spPr>
          <a:xfrm>
            <a:off x="7047263" y="1328265"/>
            <a:ext cx="998700" cy="631200"/>
          </a:xfrm>
          <a:prstGeom prst="rect">
            <a:avLst/>
          </a:prstGeom>
          <a:noFill/>
          <a:ln>
            <a:noFill/>
          </a:ln>
        </p:spPr>
        <p:txBody>
          <a:bodyPr anchorCtr="0" anchor="t" bIns="91425" lIns="0" spcFirstLastPara="1" rIns="91425" wrap="square" tIns="0">
            <a:spAutoFit/>
          </a:bodyPr>
          <a:lstStyle/>
          <a:p>
            <a:pPr indent="0" lvl="0" marL="0" marR="0" rtl="0" algn="ctr">
              <a:lnSpc>
                <a:spcPct val="100000"/>
              </a:lnSpc>
              <a:spcBef>
                <a:spcPts val="0"/>
              </a:spcBef>
              <a:spcAft>
                <a:spcPts val="0"/>
              </a:spcAft>
              <a:buClr>
                <a:srgbClr val="000000"/>
              </a:buClr>
              <a:buSzPts val="3500"/>
              <a:buFont typeface="Arial"/>
              <a:buNone/>
            </a:pPr>
            <a:r>
              <a:rPr b="1" i="0" lang="en" sz="3500" u="none" cap="none" strike="noStrike">
                <a:solidFill>
                  <a:srgbClr val="FFFFFF"/>
                </a:solidFill>
                <a:latin typeface="Verdana"/>
                <a:ea typeface="Verdana"/>
                <a:cs typeface="Verdana"/>
                <a:sym typeface="Verdana"/>
              </a:rPr>
              <a:t>R</a:t>
            </a:r>
            <a:endParaRPr b="0" i="0" sz="2700" u="none" cap="none" strike="noStrike">
              <a:solidFill>
                <a:srgbClr val="000000"/>
              </a:solidFill>
              <a:latin typeface="Arial"/>
              <a:ea typeface="Arial"/>
              <a:cs typeface="Arial"/>
              <a:sym typeface="Arial"/>
            </a:endParaRPr>
          </a:p>
        </p:txBody>
      </p:sp>
      <p:sp>
        <p:nvSpPr>
          <p:cNvPr id="244" name="Google Shape;244;p19"/>
          <p:cNvSpPr txBox="1"/>
          <p:nvPr/>
        </p:nvSpPr>
        <p:spPr>
          <a:xfrm>
            <a:off x="4398700" y="3571650"/>
            <a:ext cx="3363900" cy="1200600"/>
          </a:xfrm>
          <a:prstGeom prst="rect">
            <a:avLst/>
          </a:prstGeom>
          <a:noFill/>
          <a:ln>
            <a:noFill/>
          </a:ln>
        </p:spPr>
        <p:txBody>
          <a:bodyPr anchorCtr="0" anchor="t" bIns="91425" lIns="91425" spcFirstLastPara="1" rIns="91425" wrap="square" tIns="91425">
            <a:spAutoFit/>
          </a:bodyPr>
          <a:lstStyle/>
          <a:p>
            <a:pPr indent="-108000" lvl="0" marL="108000" rtl="0" algn="l">
              <a:spcBef>
                <a:spcPts val="600"/>
              </a:spcBef>
              <a:spcAft>
                <a:spcPts val="0"/>
              </a:spcAft>
              <a:buSzPts val="1100"/>
              <a:buChar char="•"/>
            </a:pPr>
            <a:r>
              <a:rPr lang="en" sz="1100">
                <a:solidFill>
                  <a:srgbClr val="53565A"/>
                </a:solidFill>
                <a:latin typeface="Verdana"/>
                <a:ea typeface="Verdana"/>
                <a:cs typeface="Verdana"/>
                <a:sym typeface="Verdana"/>
              </a:rPr>
              <a:t>It was popularised in the 1960s with the release of Letraset sheets containing Lorem Ipsum passages, and more recently with desktop publishing software like Aldus PageMaker including versions of Lorem Ipsum. </a:t>
            </a:r>
            <a:endParaRPr b="1" sz="1100">
              <a:solidFill>
                <a:srgbClr val="53565A"/>
              </a:solidFill>
              <a:latin typeface="Verdana"/>
              <a:ea typeface="Verdana"/>
              <a:cs typeface="Verdana"/>
              <a:sym typeface="Verdana"/>
            </a:endParaRPr>
          </a:p>
        </p:txBody>
      </p:sp>
      <p:sp>
        <p:nvSpPr>
          <p:cNvPr id="245" name="Google Shape;245;p19"/>
          <p:cNvSpPr txBox="1"/>
          <p:nvPr>
            <p:ph type="title"/>
          </p:nvPr>
        </p:nvSpPr>
        <p:spPr>
          <a:xfrm>
            <a:off x="642975" y="209250"/>
            <a:ext cx="63183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0"/>
          <p:cNvSpPr txBox="1"/>
          <p:nvPr/>
        </p:nvSpPr>
        <p:spPr>
          <a:xfrm>
            <a:off x="8043337" y="4767264"/>
            <a:ext cx="643500" cy="273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Verdana"/>
                <a:ea typeface="Verdana"/>
                <a:cs typeface="Verdana"/>
                <a:sym typeface="Verdana"/>
              </a:rPr>
              <a:t>Slide No.</a:t>
            </a:r>
            <a:endParaRPr b="0" i="0" sz="800" u="none" cap="none" strike="noStrike">
              <a:solidFill>
                <a:srgbClr val="FFFFFF"/>
              </a:solidFill>
              <a:latin typeface="Verdana"/>
              <a:ea typeface="Verdana"/>
              <a:cs typeface="Verdana"/>
              <a:sym typeface="Verdana"/>
            </a:endParaRPr>
          </a:p>
        </p:txBody>
      </p:sp>
      <p:sp>
        <p:nvSpPr>
          <p:cNvPr id="252" name="Google Shape;252;p20"/>
          <p:cNvSpPr txBox="1"/>
          <p:nvPr/>
        </p:nvSpPr>
        <p:spPr>
          <a:xfrm>
            <a:off x="972978" y="1747955"/>
            <a:ext cx="23010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lang="en" sz="900">
                <a:solidFill>
                  <a:srgbClr val="53565A"/>
                </a:solidFill>
                <a:latin typeface="Verdana"/>
                <a:ea typeface="Verdana"/>
                <a:cs typeface="Verdana"/>
                <a:sym typeface="Verdana"/>
              </a:rPr>
              <a:t>What is Lorem Ipsum?</a:t>
            </a:r>
            <a:endParaRPr b="0" i="0" sz="1400" u="none" cap="none" strike="noStrike">
              <a:solidFill>
                <a:srgbClr val="000000"/>
              </a:solidFill>
              <a:latin typeface="Arial"/>
              <a:ea typeface="Arial"/>
              <a:cs typeface="Arial"/>
              <a:sym typeface="Arial"/>
            </a:endParaRPr>
          </a:p>
        </p:txBody>
      </p:sp>
      <p:sp>
        <p:nvSpPr>
          <p:cNvPr id="253" name="Google Shape;253;p20"/>
          <p:cNvSpPr txBox="1"/>
          <p:nvPr/>
        </p:nvSpPr>
        <p:spPr>
          <a:xfrm>
            <a:off x="544520" y="2732782"/>
            <a:ext cx="1972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lang="en" sz="900">
                <a:solidFill>
                  <a:srgbClr val="53565A"/>
                </a:solidFill>
                <a:latin typeface="Verdana"/>
                <a:ea typeface="Verdana"/>
                <a:cs typeface="Verdana"/>
                <a:sym typeface="Verdana"/>
              </a:rPr>
              <a:t>Where does it come from?</a:t>
            </a:r>
            <a:endParaRPr b="0" i="0" sz="1400" u="none" cap="none" strike="noStrike">
              <a:solidFill>
                <a:srgbClr val="000000"/>
              </a:solidFill>
              <a:latin typeface="Arial"/>
              <a:ea typeface="Arial"/>
              <a:cs typeface="Arial"/>
              <a:sym typeface="Arial"/>
            </a:endParaRPr>
          </a:p>
        </p:txBody>
      </p:sp>
      <p:sp>
        <p:nvSpPr>
          <p:cNvPr id="254" name="Google Shape;254;p20"/>
          <p:cNvSpPr txBox="1"/>
          <p:nvPr/>
        </p:nvSpPr>
        <p:spPr>
          <a:xfrm>
            <a:off x="721286" y="3753508"/>
            <a:ext cx="21423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lang="en" sz="900">
                <a:solidFill>
                  <a:srgbClr val="53565A"/>
                </a:solidFill>
                <a:latin typeface="Verdana"/>
                <a:ea typeface="Verdana"/>
                <a:cs typeface="Verdana"/>
                <a:sym typeface="Verdana"/>
              </a:rPr>
              <a:t>Why do we use it?</a:t>
            </a:r>
            <a:endParaRPr b="0" i="0" sz="1400" u="none" cap="none" strike="noStrike">
              <a:solidFill>
                <a:srgbClr val="000000"/>
              </a:solidFill>
              <a:latin typeface="Arial"/>
              <a:ea typeface="Arial"/>
              <a:cs typeface="Arial"/>
              <a:sym typeface="Arial"/>
            </a:endParaRPr>
          </a:p>
        </p:txBody>
      </p:sp>
      <p:sp>
        <p:nvSpPr>
          <p:cNvPr id="255" name="Google Shape;255;p20"/>
          <p:cNvSpPr txBox="1"/>
          <p:nvPr/>
        </p:nvSpPr>
        <p:spPr>
          <a:xfrm>
            <a:off x="3221797" y="4496767"/>
            <a:ext cx="2509800" cy="2307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rgbClr val="000000"/>
              </a:buClr>
              <a:buSzPts val="900"/>
              <a:buFont typeface="Arial"/>
              <a:buNone/>
            </a:pPr>
            <a:r>
              <a:rPr lang="en" sz="900">
                <a:solidFill>
                  <a:srgbClr val="53565A"/>
                </a:solidFill>
                <a:latin typeface="Verdana"/>
                <a:ea typeface="Verdana"/>
                <a:cs typeface="Verdana"/>
                <a:sym typeface="Verdana"/>
              </a:rPr>
              <a:t>What is Lorem Ipsum?</a:t>
            </a:r>
            <a:endParaRPr sz="900">
              <a:solidFill>
                <a:srgbClr val="53565A"/>
              </a:solidFill>
              <a:latin typeface="Verdana"/>
              <a:ea typeface="Verdana"/>
              <a:cs typeface="Verdana"/>
              <a:sym typeface="Verdana"/>
            </a:endParaRPr>
          </a:p>
        </p:txBody>
      </p:sp>
      <p:sp>
        <p:nvSpPr>
          <p:cNvPr id="256" name="Google Shape;256;p20"/>
          <p:cNvSpPr txBox="1"/>
          <p:nvPr/>
        </p:nvSpPr>
        <p:spPr>
          <a:xfrm>
            <a:off x="6332378" y="2838743"/>
            <a:ext cx="1964400" cy="230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0000"/>
              </a:buClr>
              <a:buSzPts val="900"/>
              <a:buFont typeface="Arial"/>
              <a:buNone/>
            </a:pPr>
            <a:r>
              <a:rPr lang="en" sz="900">
                <a:solidFill>
                  <a:srgbClr val="53565A"/>
                </a:solidFill>
                <a:latin typeface="Verdana"/>
                <a:ea typeface="Verdana"/>
                <a:cs typeface="Verdana"/>
                <a:sym typeface="Verdana"/>
              </a:rPr>
              <a:t>What is Lorem Ipsum?</a:t>
            </a:r>
            <a:endParaRPr sz="900">
              <a:solidFill>
                <a:srgbClr val="53565A"/>
              </a:solidFill>
              <a:latin typeface="Verdana"/>
              <a:ea typeface="Verdana"/>
              <a:cs typeface="Verdana"/>
              <a:sym typeface="Verdana"/>
            </a:endParaRPr>
          </a:p>
        </p:txBody>
      </p:sp>
      <p:sp>
        <p:nvSpPr>
          <p:cNvPr id="257" name="Google Shape;257;p20"/>
          <p:cNvSpPr txBox="1"/>
          <p:nvPr/>
        </p:nvSpPr>
        <p:spPr>
          <a:xfrm>
            <a:off x="6064246" y="3898310"/>
            <a:ext cx="2142300" cy="230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0000"/>
              </a:buClr>
              <a:buSzPts val="900"/>
              <a:buFont typeface="Arial"/>
              <a:buNone/>
            </a:pPr>
            <a:r>
              <a:rPr lang="en" sz="900">
                <a:solidFill>
                  <a:srgbClr val="53565A"/>
                </a:solidFill>
                <a:latin typeface="Verdana"/>
                <a:ea typeface="Verdana"/>
                <a:cs typeface="Verdana"/>
                <a:sym typeface="Verdana"/>
              </a:rPr>
              <a:t>Where does it come from?</a:t>
            </a:r>
            <a:endParaRPr sz="900">
              <a:solidFill>
                <a:srgbClr val="53565A"/>
              </a:solidFill>
              <a:latin typeface="Verdana"/>
              <a:ea typeface="Verdana"/>
              <a:cs typeface="Verdana"/>
              <a:sym typeface="Verdana"/>
            </a:endParaRPr>
          </a:p>
        </p:txBody>
      </p:sp>
      <p:sp>
        <p:nvSpPr>
          <p:cNvPr id="258" name="Google Shape;258;p20"/>
          <p:cNvSpPr txBox="1"/>
          <p:nvPr/>
        </p:nvSpPr>
        <p:spPr>
          <a:xfrm>
            <a:off x="6108570" y="1779191"/>
            <a:ext cx="21423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lang="en" sz="900">
                <a:solidFill>
                  <a:srgbClr val="53565A"/>
                </a:solidFill>
                <a:latin typeface="Verdana"/>
                <a:ea typeface="Verdana"/>
                <a:cs typeface="Verdana"/>
                <a:sym typeface="Verdana"/>
              </a:rPr>
              <a:t>Where can I get some?</a:t>
            </a:r>
            <a:endParaRPr b="0" i="0" sz="900" u="none" cap="none" strike="noStrike">
              <a:solidFill>
                <a:srgbClr val="53565A"/>
              </a:solidFill>
              <a:latin typeface="Arial"/>
              <a:ea typeface="Arial"/>
              <a:cs typeface="Arial"/>
              <a:sym typeface="Arial"/>
            </a:endParaRPr>
          </a:p>
        </p:txBody>
      </p:sp>
      <p:sp>
        <p:nvSpPr>
          <p:cNvPr id="259" name="Google Shape;259;p20"/>
          <p:cNvSpPr txBox="1"/>
          <p:nvPr/>
        </p:nvSpPr>
        <p:spPr>
          <a:xfrm>
            <a:off x="1963531" y="1339015"/>
            <a:ext cx="5080500" cy="307800"/>
          </a:xfrm>
          <a:prstGeom prst="rect">
            <a:avLst/>
          </a:prstGeom>
          <a:noFill/>
          <a:ln>
            <a:noFill/>
          </a:ln>
        </p:spPr>
        <p:txBody>
          <a:bodyPr anchorCtr="0" anchor="t" bIns="45700" lIns="91425" spcFirstLastPara="1" rIns="91425" wrap="square" tIns="45700">
            <a:spAutoFit/>
          </a:bodyPr>
          <a:lstStyle/>
          <a:p>
            <a:pPr indent="0" lvl="0" marL="342900" marR="0" rtl="0" algn="ctr">
              <a:lnSpc>
                <a:spcPct val="100000"/>
              </a:lnSpc>
              <a:spcBef>
                <a:spcPts val="0"/>
              </a:spcBef>
              <a:spcAft>
                <a:spcPts val="0"/>
              </a:spcAft>
              <a:buClr>
                <a:srgbClr val="000000"/>
              </a:buClr>
              <a:buSzPts val="1100"/>
              <a:buFont typeface="Arial"/>
              <a:buNone/>
            </a:pPr>
            <a:r>
              <a:rPr b="1" lang="en">
                <a:solidFill>
                  <a:srgbClr val="53565A"/>
                </a:solidFill>
                <a:latin typeface="Verdana"/>
                <a:ea typeface="Verdana"/>
                <a:cs typeface="Verdana"/>
                <a:sym typeface="Verdana"/>
              </a:rPr>
              <a:t>Lorem Ipsum Title</a:t>
            </a:r>
            <a:endParaRPr b="0" i="0" u="none" cap="none" strike="noStrike">
              <a:solidFill>
                <a:srgbClr val="53565A"/>
              </a:solidFill>
              <a:latin typeface="Arial"/>
              <a:ea typeface="Arial"/>
              <a:cs typeface="Arial"/>
              <a:sym typeface="Arial"/>
            </a:endParaRPr>
          </a:p>
        </p:txBody>
      </p:sp>
      <p:cxnSp>
        <p:nvCxnSpPr>
          <p:cNvPr id="260" name="Google Shape;260;p20"/>
          <p:cNvCxnSpPr/>
          <p:nvPr/>
        </p:nvCxnSpPr>
        <p:spPr>
          <a:xfrm rot="10800000">
            <a:off x="2936336" y="1999591"/>
            <a:ext cx="675300" cy="385800"/>
          </a:xfrm>
          <a:prstGeom prst="straightConnector1">
            <a:avLst/>
          </a:prstGeom>
          <a:noFill/>
          <a:ln cap="flat" cmpd="sng" w="9525">
            <a:solidFill>
              <a:srgbClr val="008C95"/>
            </a:solidFill>
            <a:prstDash val="solid"/>
            <a:round/>
            <a:headEnd len="sm" w="sm" type="none"/>
            <a:tailEnd len="sm" w="sm" type="none"/>
          </a:ln>
        </p:spPr>
      </p:cxnSp>
      <p:cxnSp>
        <p:nvCxnSpPr>
          <p:cNvPr id="261" name="Google Shape;261;p20"/>
          <p:cNvCxnSpPr/>
          <p:nvPr/>
        </p:nvCxnSpPr>
        <p:spPr>
          <a:xfrm>
            <a:off x="941004" y="1999561"/>
            <a:ext cx="1995300" cy="0"/>
          </a:xfrm>
          <a:prstGeom prst="straightConnector1">
            <a:avLst/>
          </a:prstGeom>
          <a:noFill/>
          <a:ln cap="flat" cmpd="sng" w="9525">
            <a:solidFill>
              <a:srgbClr val="008C95"/>
            </a:solidFill>
            <a:prstDash val="solid"/>
            <a:round/>
            <a:headEnd len="med" w="med" type="oval"/>
            <a:tailEnd len="sm" w="sm" type="none"/>
          </a:ln>
        </p:spPr>
      </p:cxnSp>
      <p:cxnSp>
        <p:nvCxnSpPr>
          <p:cNvPr id="262" name="Google Shape;262;p20"/>
          <p:cNvCxnSpPr/>
          <p:nvPr/>
        </p:nvCxnSpPr>
        <p:spPr>
          <a:xfrm>
            <a:off x="543439" y="3053109"/>
            <a:ext cx="2730600" cy="0"/>
          </a:xfrm>
          <a:prstGeom prst="straightConnector1">
            <a:avLst/>
          </a:prstGeom>
          <a:noFill/>
          <a:ln cap="flat" cmpd="sng" w="9525">
            <a:solidFill>
              <a:srgbClr val="008C95"/>
            </a:solidFill>
            <a:prstDash val="solid"/>
            <a:round/>
            <a:headEnd len="med" w="med" type="oval"/>
            <a:tailEnd len="sm" w="sm" type="none"/>
          </a:ln>
        </p:spPr>
      </p:cxnSp>
      <p:cxnSp>
        <p:nvCxnSpPr>
          <p:cNvPr id="263" name="Google Shape;263;p20"/>
          <p:cNvCxnSpPr/>
          <p:nvPr/>
        </p:nvCxnSpPr>
        <p:spPr>
          <a:xfrm>
            <a:off x="662708" y="4066901"/>
            <a:ext cx="2375100" cy="0"/>
          </a:xfrm>
          <a:prstGeom prst="straightConnector1">
            <a:avLst/>
          </a:prstGeom>
          <a:noFill/>
          <a:ln cap="flat" cmpd="sng" w="9525">
            <a:solidFill>
              <a:srgbClr val="008C95"/>
            </a:solidFill>
            <a:prstDash val="solid"/>
            <a:round/>
            <a:headEnd len="med" w="med" type="oval"/>
            <a:tailEnd len="sm" w="sm" type="none"/>
          </a:ln>
        </p:spPr>
      </p:cxnSp>
      <p:cxnSp>
        <p:nvCxnSpPr>
          <p:cNvPr id="264" name="Google Shape;264;p20"/>
          <p:cNvCxnSpPr/>
          <p:nvPr/>
        </p:nvCxnSpPr>
        <p:spPr>
          <a:xfrm flipH="1">
            <a:off x="3037633" y="3678940"/>
            <a:ext cx="679200" cy="379800"/>
          </a:xfrm>
          <a:prstGeom prst="straightConnector1">
            <a:avLst/>
          </a:prstGeom>
          <a:noFill/>
          <a:ln cap="flat" cmpd="sng" w="9525">
            <a:solidFill>
              <a:srgbClr val="008C95"/>
            </a:solidFill>
            <a:prstDash val="solid"/>
            <a:round/>
            <a:headEnd len="sm" w="sm" type="none"/>
            <a:tailEnd len="sm" w="sm" type="none"/>
          </a:ln>
        </p:spPr>
      </p:cxnSp>
      <p:cxnSp>
        <p:nvCxnSpPr>
          <p:cNvPr id="265" name="Google Shape;265;p20"/>
          <p:cNvCxnSpPr/>
          <p:nvPr/>
        </p:nvCxnSpPr>
        <p:spPr>
          <a:xfrm>
            <a:off x="4476699" y="4058846"/>
            <a:ext cx="0" cy="385800"/>
          </a:xfrm>
          <a:prstGeom prst="straightConnector1">
            <a:avLst/>
          </a:prstGeom>
          <a:noFill/>
          <a:ln cap="flat" cmpd="sng" w="9525">
            <a:solidFill>
              <a:srgbClr val="008C95"/>
            </a:solidFill>
            <a:prstDash val="solid"/>
            <a:round/>
            <a:headEnd len="sm" w="sm" type="none"/>
            <a:tailEnd len="med" w="med" type="oval"/>
          </a:ln>
        </p:spPr>
      </p:cxnSp>
      <p:grpSp>
        <p:nvGrpSpPr>
          <p:cNvPr id="266" name="Google Shape;266;p20"/>
          <p:cNvGrpSpPr/>
          <p:nvPr/>
        </p:nvGrpSpPr>
        <p:grpSpPr>
          <a:xfrm flipH="1">
            <a:off x="5242687" y="2061661"/>
            <a:ext cx="3173394" cy="2067340"/>
            <a:chOff x="695839" y="2151961"/>
            <a:chExt cx="3173394" cy="2067340"/>
          </a:xfrm>
        </p:grpSpPr>
        <p:cxnSp>
          <p:nvCxnSpPr>
            <p:cNvPr id="267" name="Google Shape;267;p20"/>
            <p:cNvCxnSpPr/>
            <p:nvPr/>
          </p:nvCxnSpPr>
          <p:spPr>
            <a:xfrm rot="10800000">
              <a:off x="3088736" y="2151991"/>
              <a:ext cx="675300" cy="385800"/>
            </a:xfrm>
            <a:prstGeom prst="straightConnector1">
              <a:avLst/>
            </a:prstGeom>
            <a:noFill/>
            <a:ln cap="flat" cmpd="sng" w="9525">
              <a:solidFill>
                <a:srgbClr val="008C95"/>
              </a:solidFill>
              <a:prstDash val="solid"/>
              <a:round/>
              <a:headEnd len="sm" w="sm" type="none"/>
              <a:tailEnd len="sm" w="sm" type="none"/>
            </a:ln>
          </p:spPr>
        </p:cxnSp>
        <p:cxnSp>
          <p:nvCxnSpPr>
            <p:cNvPr id="268" name="Google Shape;268;p20"/>
            <p:cNvCxnSpPr/>
            <p:nvPr/>
          </p:nvCxnSpPr>
          <p:spPr>
            <a:xfrm>
              <a:off x="1093404" y="2151961"/>
              <a:ext cx="1995300" cy="0"/>
            </a:xfrm>
            <a:prstGeom prst="straightConnector1">
              <a:avLst/>
            </a:prstGeom>
            <a:noFill/>
            <a:ln cap="flat" cmpd="sng" w="9525">
              <a:solidFill>
                <a:srgbClr val="008C95"/>
              </a:solidFill>
              <a:prstDash val="solid"/>
              <a:round/>
              <a:headEnd len="med" w="med" type="oval"/>
              <a:tailEnd len="sm" w="sm" type="none"/>
            </a:ln>
          </p:spPr>
        </p:cxnSp>
        <p:cxnSp>
          <p:nvCxnSpPr>
            <p:cNvPr id="269" name="Google Shape;269;p20"/>
            <p:cNvCxnSpPr/>
            <p:nvPr/>
          </p:nvCxnSpPr>
          <p:spPr>
            <a:xfrm>
              <a:off x="695839" y="3205509"/>
              <a:ext cx="2730600" cy="0"/>
            </a:xfrm>
            <a:prstGeom prst="straightConnector1">
              <a:avLst/>
            </a:prstGeom>
            <a:noFill/>
            <a:ln cap="flat" cmpd="sng" w="9525">
              <a:solidFill>
                <a:srgbClr val="008C95"/>
              </a:solidFill>
              <a:prstDash val="solid"/>
              <a:round/>
              <a:headEnd len="med" w="med" type="oval"/>
              <a:tailEnd len="sm" w="sm" type="none"/>
            </a:ln>
          </p:spPr>
        </p:cxnSp>
        <p:cxnSp>
          <p:nvCxnSpPr>
            <p:cNvPr id="270" name="Google Shape;270;p20"/>
            <p:cNvCxnSpPr/>
            <p:nvPr/>
          </p:nvCxnSpPr>
          <p:spPr>
            <a:xfrm>
              <a:off x="815108" y="4219301"/>
              <a:ext cx="2375100" cy="0"/>
            </a:xfrm>
            <a:prstGeom prst="straightConnector1">
              <a:avLst/>
            </a:prstGeom>
            <a:noFill/>
            <a:ln cap="flat" cmpd="sng" w="9525">
              <a:solidFill>
                <a:srgbClr val="008C95"/>
              </a:solidFill>
              <a:prstDash val="solid"/>
              <a:round/>
              <a:headEnd len="med" w="med" type="oval"/>
              <a:tailEnd len="sm" w="sm" type="none"/>
            </a:ln>
          </p:spPr>
        </p:cxnSp>
        <p:cxnSp>
          <p:nvCxnSpPr>
            <p:cNvPr id="271" name="Google Shape;271;p20"/>
            <p:cNvCxnSpPr/>
            <p:nvPr/>
          </p:nvCxnSpPr>
          <p:spPr>
            <a:xfrm flipH="1">
              <a:off x="3190033" y="3831340"/>
              <a:ext cx="679200" cy="379800"/>
            </a:xfrm>
            <a:prstGeom prst="straightConnector1">
              <a:avLst/>
            </a:prstGeom>
            <a:noFill/>
            <a:ln cap="flat" cmpd="sng" w="9525">
              <a:solidFill>
                <a:srgbClr val="008C95"/>
              </a:solidFill>
              <a:prstDash val="solid"/>
              <a:round/>
              <a:headEnd len="sm" w="sm" type="none"/>
              <a:tailEnd len="sm" w="sm" type="none"/>
            </a:ln>
          </p:spPr>
        </p:cxnSp>
      </p:grpSp>
      <p:sp>
        <p:nvSpPr>
          <p:cNvPr id="272" name="Google Shape;272;p20"/>
          <p:cNvSpPr txBox="1"/>
          <p:nvPr>
            <p:ph type="title"/>
          </p:nvPr>
        </p:nvSpPr>
        <p:spPr>
          <a:xfrm>
            <a:off x="642975" y="209250"/>
            <a:ext cx="63183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1"/>
          <p:cNvSpPr/>
          <p:nvPr/>
        </p:nvSpPr>
        <p:spPr>
          <a:xfrm>
            <a:off x="100" y="996025"/>
            <a:ext cx="9144000" cy="1943100"/>
          </a:xfrm>
          <a:prstGeom prst="rect">
            <a:avLst/>
          </a:prstGeom>
          <a:solidFill>
            <a:srgbClr val="F2F2F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dana"/>
              <a:ea typeface="Verdana"/>
              <a:cs typeface="Verdana"/>
              <a:sym typeface="Verdana"/>
            </a:endParaRPr>
          </a:p>
        </p:txBody>
      </p:sp>
      <p:sp>
        <p:nvSpPr>
          <p:cNvPr id="280" name="Google Shape;280;p21"/>
          <p:cNvSpPr txBox="1"/>
          <p:nvPr>
            <p:ph idx="1" type="body"/>
          </p:nvPr>
        </p:nvSpPr>
        <p:spPr>
          <a:xfrm>
            <a:off x="1038150" y="1152475"/>
            <a:ext cx="6649500" cy="10602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a:solidFill>
                  <a:srgbClr val="53565A"/>
                </a:solidFill>
              </a:rPr>
              <a:t>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a:t>
            </a:r>
            <a:endParaRPr/>
          </a:p>
        </p:txBody>
      </p:sp>
      <p:sp>
        <p:nvSpPr>
          <p:cNvPr id="281" name="Google Shape;281;p21"/>
          <p:cNvSpPr txBox="1"/>
          <p:nvPr>
            <p:ph idx="12" type="sldNum"/>
          </p:nvPr>
        </p:nvSpPr>
        <p:spPr>
          <a:xfrm>
            <a:off x="8472458" y="4663217"/>
            <a:ext cx="548700" cy="3936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graphicFrame>
        <p:nvGraphicFramePr>
          <p:cNvPr id="282" name="Google Shape;282;p21"/>
          <p:cNvGraphicFramePr/>
          <p:nvPr/>
        </p:nvGraphicFramePr>
        <p:xfrm>
          <a:off x="1140761" y="2212678"/>
          <a:ext cx="3000000" cy="3000000"/>
        </p:xfrm>
        <a:graphic>
          <a:graphicData uri="http://schemas.openxmlformats.org/drawingml/2006/table">
            <a:tbl>
              <a:tblPr bandRow="1" firstRow="1">
                <a:noFill/>
                <a:tableStyleId>{4C824814-FA26-470A-BD65-38B35A61B33F}</a:tableStyleId>
              </a:tblPr>
              <a:tblGrid>
                <a:gridCol w="1597425"/>
                <a:gridCol w="1698225"/>
                <a:gridCol w="1207875"/>
                <a:gridCol w="1940750"/>
              </a:tblGrid>
              <a:tr h="169575">
                <a:tc>
                  <a:txBody>
                    <a:bodyPr/>
                    <a:lstStyle/>
                    <a:p>
                      <a:pPr indent="0" lvl="0" marL="0" marR="0" rtl="0" algn="l">
                        <a:lnSpc>
                          <a:spcPct val="100000"/>
                        </a:lnSpc>
                        <a:spcBef>
                          <a:spcPts val="0"/>
                        </a:spcBef>
                        <a:spcAft>
                          <a:spcPts val="0"/>
                        </a:spcAft>
                        <a:buNone/>
                      </a:pPr>
                      <a:r>
                        <a:rPr lang="en" sz="900">
                          <a:solidFill>
                            <a:srgbClr val="000000"/>
                          </a:solidFill>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solidFill>
                            <a:srgbClr val="000000"/>
                          </a:solidFill>
                          <a:latin typeface="Verdana"/>
                          <a:ea typeface="Verdana"/>
                          <a:cs typeface="Verdana"/>
                          <a:sym typeface="Verdana"/>
                        </a:rPr>
                        <a:t>Lorem Ipsum</a:t>
                      </a:r>
                      <a:endParaRPr sz="900">
                        <a:solidFill>
                          <a:srgbClr val="000000"/>
                        </a:solidFill>
                        <a:latin typeface="Verdana"/>
                        <a:ea typeface="Verdana"/>
                        <a:cs typeface="Verdana"/>
                        <a:sym typeface="Verdana"/>
                      </a:endParaRPr>
                    </a:p>
                  </a:txBody>
                  <a:tcPr marT="91425" marB="91425" marR="91425" marL="91425" anchor="ctr"/>
                </a:tc>
                <a:tc>
                  <a:txBody>
                    <a:bodyPr/>
                    <a:lstStyle/>
                    <a:p>
                      <a:pPr indent="0" lvl="0" marL="0" rtl="0" algn="ctr">
                        <a:spcBef>
                          <a:spcPts val="0"/>
                        </a:spcBef>
                        <a:spcAft>
                          <a:spcPts val="0"/>
                        </a:spcAft>
                        <a:buNone/>
                      </a:pPr>
                      <a:r>
                        <a:rPr lang="en" sz="900">
                          <a:solidFill>
                            <a:srgbClr val="000000"/>
                          </a:solidFill>
                          <a:latin typeface="Verdana"/>
                          <a:ea typeface="Verdana"/>
                          <a:cs typeface="Verdana"/>
                          <a:sym typeface="Verdana"/>
                        </a:rPr>
                        <a:t>Lorem Ipsum</a:t>
                      </a:r>
                      <a:endParaRPr sz="900">
                        <a:solidFill>
                          <a:srgbClr val="000000"/>
                        </a:solidFill>
                        <a:latin typeface="Verdana"/>
                        <a:ea typeface="Verdana"/>
                        <a:cs typeface="Verdana"/>
                        <a:sym typeface="Verdana"/>
                      </a:endParaRPr>
                    </a:p>
                  </a:txBody>
                  <a:tcPr marT="91425" marB="91425" marR="91425" marL="91425" anchor="ctr"/>
                </a:tc>
                <a:tc>
                  <a:txBody>
                    <a:bodyPr/>
                    <a:lstStyle/>
                    <a:p>
                      <a:pPr indent="0" lvl="0" marL="0" rtl="0" algn="ctr">
                        <a:spcBef>
                          <a:spcPts val="0"/>
                        </a:spcBef>
                        <a:spcAft>
                          <a:spcPts val="0"/>
                        </a:spcAft>
                        <a:buNone/>
                      </a:pPr>
                      <a:r>
                        <a:rPr lang="en" sz="900">
                          <a:solidFill>
                            <a:srgbClr val="000000"/>
                          </a:solidFill>
                          <a:latin typeface="Verdana"/>
                          <a:ea typeface="Verdana"/>
                          <a:cs typeface="Verdana"/>
                          <a:sym typeface="Verdana"/>
                        </a:rPr>
                        <a:t>Lorem Ipsum</a:t>
                      </a:r>
                      <a:endParaRPr sz="900">
                        <a:solidFill>
                          <a:srgbClr val="000000"/>
                        </a:solidFill>
                        <a:latin typeface="Verdana"/>
                        <a:ea typeface="Verdana"/>
                        <a:cs typeface="Verdana"/>
                        <a:sym typeface="Verdana"/>
                      </a:endParaRPr>
                    </a:p>
                  </a:txBody>
                  <a:tcPr marT="91425" marB="91425" marR="91425" marL="91425" anchor="ctr"/>
                </a:tc>
              </a:tr>
              <a:tr h="169575">
                <a:tc>
                  <a:txBody>
                    <a:bodyPr/>
                    <a:lstStyle/>
                    <a:p>
                      <a:pPr indent="0" lvl="0" marL="0" marR="0" rtl="0" algn="l">
                        <a:lnSpc>
                          <a:spcPct val="100000"/>
                        </a:lnSpc>
                        <a:spcBef>
                          <a:spcPts val="0"/>
                        </a:spcBef>
                        <a:spcAft>
                          <a:spcPts val="0"/>
                        </a:spcAft>
                        <a:buNone/>
                      </a:pPr>
                      <a:r>
                        <a:rPr lang="en" sz="900">
                          <a:solidFill>
                            <a:srgbClr val="000000"/>
                          </a:solidFill>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r>
              <a:tr h="169575">
                <a:tc>
                  <a:txBody>
                    <a:bodyPr/>
                    <a:lstStyle/>
                    <a:p>
                      <a:pPr indent="0" lvl="0" marL="0" rtl="0" algn="l">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r>
              <a:tr h="169575">
                <a:tc>
                  <a:txBody>
                    <a:bodyPr/>
                    <a:lstStyle/>
                    <a:p>
                      <a:pPr indent="0" lvl="0" marL="0" rtl="0" algn="l">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r>
              <a:tr h="169575">
                <a:tc>
                  <a:txBody>
                    <a:bodyPr/>
                    <a:lstStyle/>
                    <a:p>
                      <a:pPr indent="0" lvl="0" marL="0" rtl="0" algn="l">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r>
              <a:tr h="169575">
                <a:tc>
                  <a:txBody>
                    <a:bodyPr/>
                    <a:lstStyle/>
                    <a:p>
                      <a:pPr indent="0" lvl="0" marL="0" rtl="0" algn="l">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r>
              <a:tr h="169575">
                <a:tc>
                  <a:txBody>
                    <a:bodyPr/>
                    <a:lstStyle/>
                    <a:p>
                      <a:pPr indent="0" lvl="0" marL="0" rtl="0" algn="l">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r>
              <a:tr h="169575">
                <a:tc>
                  <a:txBody>
                    <a:bodyPr/>
                    <a:lstStyle/>
                    <a:p>
                      <a:pPr indent="0" lvl="0" marL="0" rtl="0" algn="l">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c>
                  <a:txBody>
                    <a:bodyPr/>
                    <a:lstStyle/>
                    <a:p>
                      <a:pPr indent="0" lvl="0" marL="0" rtl="0" algn="ctr">
                        <a:spcBef>
                          <a:spcPts val="0"/>
                        </a:spcBef>
                        <a:spcAft>
                          <a:spcPts val="0"/>
                        </a:spcAft>
                        <a:buNone/>
                      </a:pPr>
                      <a:r>
                        <a:rPr lang="en" sz="900">
                          <a:latin typeface="Verdana"/>
                          <a:ea typeface="Verdana"/>
                          <a:cs typeface="Verdana"/>
                          <a:sym typeface="Verdana"/>
                        </a:rPr>
                        <a:t>Lorem Ipsum</a:t>
                      </a:r>
                      <a:endParaRPr/>
                    </a:p>
                  </a:txBody>
                  <a:tcPr marT="91425" marB="91425" marR="91425" marL="91425" anchor="ctr"/>
                </a:tc>
              </a:tr>
            </a:tbl>
          </a:graphicData>
        </a:graphic>
      </p:graphicFrame>
      <p:sp>
        <p:nvSpPr>
          <p:cNvPr id="283" name="Google Shape;283;p21"/>
          <p:cNvSpPr txBox="1"/>
          <p:nvPr>
            <p:ph type="title"/>
          </p:nvPr>
        </p:nvSpPr>
        <p:spPr>
          <a:xfrm>
            <a:off x="642975" y="209250"/>
            <a:ext cx="63183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p22"/>
          <p:cNvPicPr preferRelativeResize="0"/>
          <p:nvPr/>
        </p:nvPicPr>
        <p:blipFill rotWithShape="1">
          <a:blip r:embed="rId3">
            <a:alphaModFix/>
          </a:blip>
          <a:srcRect b="0" l="0" r="0" t="0"/>
          <a:stretch/>
        </p:blipFill>
        <p:spPr>
          <a:xfrm>
            <a:off x="8150350" y="194650"/>
            <a:ext cx="796877" cy="229951"/>
          </a:xfrm>
          <a:prstGeom prst="rect">
            <a:avLst/>
          </a:prstGeom>
          <a:noFill/>
          <a:ln>
            <a:noFill/>
          </a:ln>
        </p:spPr>
      </p:pic>
      <p:pic>
        <p:nvPicPr>
          <p:cNvPr id="290" name="Google Shape;290;p22"/>
          <p:cNvPicPr preferRelativeResize="0"/>
          <p:nvPr/>
        </p:nvPicPr>
        <p:blipFill rotWithShape="1">
          <a:blip r:embed="rId3">
            <a:alphaModFix/>
          </a:blip>
          <a:srcRect b="0" l="0" r="0" t="0"/>
          <a:stretch/>
        </p:blipFill>
        <p:spPr>
          <a:xfrm>
            <a:off x="8150350" y="194650"/>
            <a:ext cx="796877" cy="229951"/>
          </a:xfrm>
          <a:prstGeom prst="rect">
            <a:avLst/>
          </a:prstGeom>
          <a:noFill/>
          <a:ln>
            <a:noFill/>
          </a:ln>
        </p:spPr>
      </p:pic>
      <p:sp>
        <p:nvSpPr>
          <p:cNvPr id="291" name="Google Shape;291;p22"/>
          <p:cNvSpPr txBox="1"/>
          <p:nvPr>
            <p:ph type="title"/>
          </p:nvPr>
        </p:nvSpPr>
        <p:spPr>
          <a:xfrm>
            <a:off x="642975" y="574320"/>
            <a:ext cx="23541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2"/>
          <p:cNvSpPr txBox="1"/>
          <p:nvPr>
            <p:ph idx="2" type="title"/>
          </p:nvPr>
        </p:nvSpPr>
        <p:spPr>
          <a:xfrm>
            <a:off x="642975" y="1766648"/>
            <a:ext cx="2354100" cy="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2"/>
          <p:cNvSpPr txBox="1"/>
          <p:nvPr>
            <p:ph idx="1" type="body"/>
          </p:nvPr>
        </p:nvSpPr>
        <p:spPr>
          <a:xfrm>
            <a:off x="4261850" y="687100"/>
            <a:ext cx="4414800" cy="34164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b="1" lang="en">
                <a:solidFill>
                  <a:srgbClr val="53565A"/>
                </a:solidFill>
              </a:rPr>
              <a:t>What is Lorem Ipsum?</a:t>
            </a:r>
            <a:endParaRPr b="1">
              <a:solidFill>
                <a:srgbClr val="53565A"/>
              </a:solidFill>
            </a:endParaRPr>
          </a:p>
          <a:p>
            <a:pPr indent="-95300" lvl="0" marL="108000" rtl="0" algn="l">
              <a:lnSpc>
                <a:spcPct val="100000"/>
              </a:lnSpc>
              <a:spcBef>
                <a:spcPts val="600"/>
              </a:spcBef>
              <a:spcAft>
                <a:spcPts val="0"/>
              </a:spcAft>
              <a:buClr>
                <a:srgbClr val="000000"/>
              </a:buClr>
              <a:buSzPts val="900"/>
              <a:buFont typeface="Arial"/>
              <a:buChar char="•"/>
            </a:pPr>
            <a:r>
              <a:rPr lang="en" sz="900">
                <a:solidFill>
                  <a:srgbClr val="53565A"/>
                </a:solidFill>
              </a:rPr>
              <a:t>Lorem Ipsum has been the industry's standard dummy text ever since the 1500s, when an unknown printer took a galley of type and scrambled it to make a type specimen book. </a:t>
            </a:r>
            <a:endParaRPr sz="900">
              <a:solidFill>
                <a:srgbClr val="53565A"/>
              </a:solidFill>
            </a:endParaRPr>
          </a:p>
          <a:p>
            <a:pPr indent="-95300" lvl="0" marL="108000" rtl="0" algn="l">
              <a:lnSpc>
                <a:spcPct val="100000"/>
              </a:lnSpc>
              <a:spcBef>
                <a:spcPts val="600"/>
              </a:spcBef>
              <a:spcAft>
                <a:spcPts val="0"/>
              </a:spcAft>
              <a:buClr>
                <a:srgbClr val="000000"/>
              </a:buClr>
              <a:buSzPts val="900"/>
              <a:buFont typeface="Arial"/>
              <a:buChar char="•"/>
            </a:pPr>
            <a:r>
              <a:rPr lang="en" sz="900">
                <a:solidFill>
                  <a:srgbClr val="53565A"/>
                </a:solidFill>
              </a:rPr>
              <a:t>It has survived not only five centuries, but also the leap into electronic typesetting, remaining essentially unchanged.</a:t>
            </a:r>
            <a:endParaRPr sz="900">
              <a:solidFill>
                <a:srgbClr val="53565A"/>
              </a:solidFill>
            </a:endParaRPr>
          </a:p>
          <a:p>
            <a:pPr indent="-95300" lvl="0" marL="108000" rtl="0" algn="l">
              <a:lnSpc>
                <a:spcPct val="100000"/>
              </a:lnSpc>
              <a:spcBef>
                <a:spcPts val="600"/>
              </a:spcBef>
              <a:spcAft>
                <a:spcPts val="0"/>
              </a:spcAft>
              <a:buClr>
                <a:srgbClr val="000000"/>
              </a:buClr>
              <a:buSzPts val="900"/>
              <a:buFont typeface="Arial"/>
              <a:buChar char="•"/>
            </a:pPr>
            <a:r>
              <a:rPr lang="en" sz="900">
                <a:solidFill>
                  <a:srgbClr val="53565A"/>
                </a:solidFill>
              </a:rPr>
              <a:t>It was popularised in the 1960s with the release of Letraset sheets containing Lorem Ipsum passages, and more recently with desktop publishing software like Aldus PageMaker including versions of Lorem Ipsum. </a:t>
            </a:r>
            <a:endParaRPr sz="900">
              <a:solidFill>
                <a:srgbClr val="53565A"/>
              </a:solidFill>
              <a:latin typeface="Arial"/>
              <a:ea typeface="Arial"/>
              <a:cs typeface="Arial"/>
              <a:sym typeface="Arial"/>
            </a:endParaRPr>
          </a:p>
          <a:p>
            <a:pPr indent="0" lvl="0" marL="0" rtl="0" algn="l">
              <a:lnSpc>
                <a:spcPct val="100000"/>
              </a:lnSpc>
              <a:spcBef>
                <a:spcPts val="500"/>
              </a:spcBef>
              <a:spcAft>
                <a:spcPts val="0"/>
              </a:spcAft>
              <a:buNone/>
            </a:pPr>
            <a:r>
              <a:t/>
            </a:r>
            <a:endParaRPr b="1">
              <a:solidFill>
                <a:srgbClr val="53565A"/>
              </a:solidFill>
            </a:endParaRPr>
          </a:p>
          <a:p>
            <a:pPr indent="0" lvl="0" marL="342900" rtl="0" algn="l">
              <a:lnSpc>
                <a:spcPct val="100000"/>
              </a:lnSpc>
              <a:spcBef>
                <a:spcPts val="500"/>
              </a:spcBef>
              <a:spcAft>
                <a:spcPts val="0"/>
              </a:spcAft>
              <a:buClr>
                <a:srgbClr val="000000"/>
              </a:buClr>
              <a:buSzPts val="900"/>
              <a:buFont typeface="Arial"/>
              <a:buNone/>
            </a:pPr>
            <a:r>
              <a:t/>
            </a:r>
            <a:endParaRPr sz="900">
              <a:solidFill>
                <a:srgbClr val="53565A"/>
              </a:solidFill>
            </a:endParaRPr>
          </a:p>
          <a:p>
            <a:pPr indent="0" lvl="0" marL="0" rtl="0" algn="l">
              <a:lnSpc>
                <a:spcPct val="100000"/>
              </a:lnSpc>
              <a:spcBef>
                <a:spcPts val="0"/>
              </a:spcBef>
              <a:spcAft>
                <a:spcPts val="0"/>
              </a:spcAft>
              <a:buClr>
                <a:srgbClr val="000000"/>
              </a:buClr>
              <a:buSzPts val="900"/>
              <a:buFont typeface="Arial"/>
              <a:buNone/>
            </a:pPr>
            <a:r>
              <a:rPr b="1" lang="en" sz="900">
                <a:solidFill>
                  <a:srgbClr val="53565A"/>
                </a:solidFill>
              </a:rPr>
              <a:t>Specific Examples  </a:t>
            </a:r>
            <a:endParaRPr sz="900">
              <a:solidFill>
                <a:srgbClr val="53565A"/>
              </a:solidFill>
            </a:endParaRPr>
          </a:p>
          <a:p>
            <a:pPr indent="-144000" lvl="0" marL="144000" rtl="0" algn="l">
              <a:lnSpc>
                <a:spcPct val="100000"/>
              </a:lnSpc>
              <a:spcBef>
                <a:spcPts val="500"/>
              </a:spcBef>
              <a:spcAft>
                <a:spcPts val="0"/>
              </a:spcAft>
              <a:buClr>
                <a:srgbClr val="000000"/>
              </a:buClr>
              <a:buSzPts val="900"/>
              <a:buFont typeface="Arial"/>
              <a:buNone/>
            </a:pPr>
            <a:r>
              <a:rPr lang="en" sz="900">
                <a:solidFill>
                  <a:srgbClr val="53565A"/>
                </a:solidFill>
              </a:rPr>
              <a:t>1. Lorem Ipsum has been the industry's standard dummy text ever since the 1500s, when an unknown printer took a galley of type and scrambled it to make a type specimen book. </a:t>
            </a:r>
            <a:br>
              <a:rPr lang="en" sz="900">
                <a:solidFill>
                  <a:srgbClr val="53565A"/>
                </a:solidFill>
              </a:rPr>
            </a:br>
            <a:endParaRPr sz="900">
              <a:solidFill>
                <a:srgbClr val="53565A"/>
              </a:solidFill>
            </a:endParaRPr>
          </a:p>
          <a:p>
            <a:pPr indent="-144000" lvl="0" marL="144000" rtl="0" algn="l">
              <a:lnSpc>
                <a:spcPct val="100000"/>
              </a:lnSpc>
              <a:spcBef>
                <a:spcPts val="0"/>
              </a:spcBef>
              <a:spcAft>
                <a:spcPts val="0"/>
              </a:spcAft>
              <a:buClr>
                <a:srgbClr val="000000"/>
              </a:buClr>
              <a:buSzPts val="900"/>
              <a:buFont typeface="Arial"/>
              <a:buNone/>
            </a:pPr>
            <a:r>
              <a:rPr lang="en" sz="900">
                <a:solidFill>
                  <a:srgbClr val="53565A"/>
                </a:solidFill>
              </a:rPr>
              <a:t>2. It was popularised in the 1960s with the release of Letraset sheets containing Lorem Ipsum passages, and more recently with desktop publishing software like Aldus PageMaker including versions of Lorem Ipsum. </a:t>
            </a:r>
            <a:endParaRPr i="1" sz="900">
              <a:solidFill>
                <a:srgbClr val="53565A"/>
              </a:solidFill>
            </a:endParaRPr>
          </a:p>
          <a:p>
            <a:pPr indent="0" lvl="0" marL="0" rtl="0" algn="l">
              <a:lnSpc>
                <a:spcPct val="100000"/>
              </a:lnSpc>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343741"/>
      </a:dk1>
      <a:lt1>
        <a:srgbClr val="FFFFFF"/>
      </a:lt1>
      <a:dk2>
        <a:srgbClr val="595959"/>
      </a:dk2>
      <a:lt2>
        <a:srgbClr val="EEEEEE"/>
      </a:lt2>
      <a:accent1>
        <a:srgbClr val="008C95"/>
      </a:accent1>
      <a:accent2>
        <a:srgbClr val="FFC72C"/>
      </a:accent2>
      <a:accent3>
        <a:srgbClr val="DA291C"/>
      </a:accent3>
      <a:accent4>
        <a:srgbClr val="6D2077"/>
      </a:accent4>
      <a:accent5>
        <a:srgbClr val="A7D8DD"/>
      </a:accent5>
      <a:accent6>
        <a:srgbClr val="E0F1F3"/>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