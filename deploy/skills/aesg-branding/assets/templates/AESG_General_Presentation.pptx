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5.svg" ContentType="image/sv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26.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7.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9906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e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svg"/></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Buildings">
    <p:bg>
      <p:bgPr>
        <a:solidFill>
          <a:srgbClr val="FFFFFF"/>
        </a:solidFill>
      </p:bgPr>
    </p:bg>
    <p:spTree>
      <p:nvGrpSpPr>
        <p:cNvPr id="1" name=""/>
        <p:cNvGrpSpPr/>
        <p:nvPr/>
      </p:nvGrpSpPr>
      <p:grpSpPr>
        <a:xfrm>
          <a:off x="0" y="0"/>
          <a:ext cx="0" cy="0"/>
          <a:chOff x="0" y="0"/>
          <a:chExt cx="0" cy="0"/>
        </a:xfrm>
      </p:grpSpPr>
      <p:pic>
        <p:nvPicPr>
          <p:cNvPr id="2" name="Picture 11"/>
          <p:cNvPicPr/>
          <p:nvPr/>
        </p:nvPicPr>
        <p:blipFill>
          <a:blip r:embed="rId2"/>
          <a:srcRect l="0" t="15227" r="0" b="0"/>
          <a:stretch/>
        </p:blipFill>
        <p:spPr>
          <a:xfrm>
            <a:off x="0" y="0"/>
            <a:ext cx="9905760" cy="6857640"/>
          </a:xfrm>
          <a:prstGeom prst="rect">
            <a:avLst/>
          </a:prstGeom>
          <a:noFill/>
          <a:ln w="0">
            <a:noFill/>
          </a:ln>
        </p:spPr>
      </p:pic>
      <p:sp>
        <p:nvSpPr>
          <p:cNvPr id="3" name="Rectangle 21"/>
          <p:cNvSpPr/>
          <p:nvPr/>
        </p:nvSpPr>
        <p:spPr>
          <a:xfrm>
            <a:off x="0" y="0"/>
            <a:ext cx="9905760" cy="6857640"/>
          </a:xfrm>
          <a:prstGeom prst="rect">
            <a:avLst/>
          </a:prstGeom>
          <a:gradFill rotWithShape="0">
            <a:gsLst>
              <a:gs pos="0">
                <a:srgbClr val="008C95"/>
              </a:gs>
              <a:gs pos="63000">
                <a:srgbClr val="008C95">
                  <a:alpha val="0"/>
                </a:srgbClr>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sp>
        <p:nvSpPr>
          <p:cNvPr id="4" name="PlaceHolder 1"/>
          <p:cNvSpPr>
            <a:spLocks noGrp="1"/>
          </p:cNvSpPr>
          <p:nvPr>
            <p:ph type="body"/>
          </p:nvPr>
        </p:nvSpPr>
        <p:spPr>
          <a:xfrm>
            <a:off x="452520" y="2045520"/>
            <a:ext cx="9000720" cy="430200"/>
          </a:xfrm>
          <a:prstGeom prst="rect">
            <a:avLst/>
          </a:prstGeom>
          <a:noFill/>
          <a:ln w="0">
            <a:noFill/>
          </a:ln>
        </p:spPr>
        <p:txBody>
          <a:bodyPr lIns="90000" tIns="45000" rIns="90000" bIns="45000" anchor="t">
            <a:noAutofit/>
          </a:bodyPr>
          <a:lstStyle>
            <a:lvl1pPr indent="0" algn="l">
              <a:lnSpc>
                <a:spcPct val="100000"/>
              </a:lnSpc>
              <a:buNone/>
              <a:defRPr lang="en-US" sz="3000" b="1" u="none" strike="noStrike">
                <a:solidFill>
                  <a:schemeClr val="lt1"/>
                </a:solidFill>
                <a:effectLst/>
                <a:uFillTx/>
                <a:latin typeface="Verdana"/>
                <a:ea typeface="Verdana"/>
              </a:defRPr>
            </a:lvl1pPr>
          </a:lstStyle>
          <a:p>
            <a:pPr indent="0" algn="l">
              <a:lnSpc>
                <a:spcPct val="100000"/>
              </a:lnSpc>
              <a:buNone/>
            </a:pPr>
            <a:r>
              <a:rPr lang="en-US" sz="3000" b="1" u="none" strike="noStrike">
                <a:solidFill>
                  <a:schemeClr val="lt1"/>
                </a:solidFill>
                <a:effectLst/>
                <a:uFillTx/>
                <a:latin typeface="Verdana"/>
                <a:ea typeface="Verdana"/>
              </a:rPr>
              <a:t>Click to edit Master text styles</a:t>
            </a:r>
            <a:endParaRPr lang="en-US" sz="3000" b="0" u="none" strike="noStrike">
              <a:solidFill>
                <a:schemeClr val="lt1"/>
              </a:solidFill>
              <a:effectLst/>
              <a:uFillTx/>
              <a:latin typeface="Verdana"/>
            </a:endParaRPr>
          </a:p>
        </p:txBody>
      </p:sp>
      <p:sp>
        <p:nvSpPr>
          <p:cNvPr id="5" name="PlaceHolder 2"/>
          <p:cNvSpPr>
            <a:spLocks noGrp="1"/>
          </p:cNvSpPr>
          <p:nvPr>
            <p:ph type="body"/>
          </p:nvPr>
        </p:nvSpPr>
        <p:spPr>
          <a:xfrm>
            <a:off x="452520" y="2493360"/>
            <a:ext cx="9000720" cy="397080"/>
          </a:xfrm>
          <a:prstGeom prst="rect">
            <a:avLst/>
          </a:prstGeom>
          <a:noFill/>
          <a:ln w="0">
            <a:noFill/>
          </a:ln>
        </p:spPr>
        <p:txBody>
          <a:bodyPr lIns="90000" tIns="45000" rIns="90000" bIns="45000" anchor="t">
            <a:noAutofit/>
          </a:bodyPr>
          <a:lstStyle>
            <a:lvl1pPr indent="0" algn="l">
              <a:lnSpc>
                <a:spcPct val="100000"/>
              </a:lnSpc>
              <a:buNone/>
              <a:defRPr lang="en-US" sz="3000" b="0" u="none" strike="noStrike">
                <a:solidFill>
                  <a:schemeClr val="lt1"/>
                </a:solidFill>
                <a:effectLst/>
                <a:uFillTx/>
                <a:latin typeface="Verdana"/>
                <a:ea typeface="Verdana"/>
              </a:defRPr>
            </a:lvl1pPr>
          </a:lstStyle>
          <a:p>
            <a:pPr indent="0" algn="l">
              <a:lnSpc>
                <a:spcPct val="100000"/>
              </a:lnSpc>
              <a:buNone/>
            </a:pPr>
            <a:r>
              <a:rPr lang="en-US" sz="3000" b="0" u="none" strike="noStrike">
                <a:solidFill>
                  <a:schemeClr val="lt1"/>
                </a:solidFill>
                <a:effectLst/>
                <a:uFillTx/>
                <a:latin typeface="Verdana"/>
                <a:ea typeface="Verdana"/>
              </a:rPr>
              <a:t>Click to edit Master text styles</a:t>
            </a:r>
            <a:endParaRPr lang="en-US" sz="3000" b="0" u="none" strike="noStrike">
              <a:solidFill>
                <a:schemeClr val="lt1"/>
              </a:solidFill>
              <a:effectLst/>
              <a:uFillTx/>
              <a:latin typeface="Verdana"/>
            </a:endParaRPr>
          </a:p>
        </p:txBody>
      </p:sp>
      <p:sp>
        <p:nvSpPr>
          <p:cNvPr id="6" name="PlaceHolder 3"/>
          <p:cNvSpPr>
            <a:spLocks noGrp="1"/>
          </p:cNvSpPr>
          <p:nvPr>
            <p:ph type="body"/>
          </p:nvPr>
        </p:nvSpPr>
        <p:spPr>
          <a:xfrm>
            <a:off x="452520" y="1785240"/>
            <a:ext cx="9000720" cy="206280"/>
          </a:xfrm>
          <a:prstGeom prst="rect">
            <a:avLst/>
          </a:prstGeom>
          <a:noFill/>
          <a:ln w="0">
            <a:noFill/>
          </a:ln>
        </p:spPr>
        <p:txBody>
          <a:bodyPr lIns="90000" tIns="45000" rIns="90000" bIns="45000" anchor="t">
            <a:noAutofit/>
          </a:bodyPr>
          <a:lstStyle>
            <a:lvl1pPr indent="0" algn="l">
              <a:lnSpc>
                <a:spcPct val="100000"/>
              </a:lnSpc>
              <a:buNone/>
              <a:defRPr lang="en-US" sz="1400" b="0" u="none" strike="noStrike">
                <a:solidFill>
                  <a:schemeClr val="lt1"/>
                </a:solidFill>
                <a:effectLst/>
                <a:uFillTx/>
                <a:latin typeface="Verdana"/>
                <a:ea typeface="Verdana"/>
              </a:defRPr>
            </a:lvl1pPr>
          </a:lstStyle>
          <a:p>
            <a:pPr indent="0" algn="l">
              <a:lnSpc>
                <a:spcPct val="100000"/>
              </a:lnSpc>
              <a:buNone/>
            </a:pPr>
            <a:r>
              <a:rPr lang="en-US" sz="1400" b="0" u="none" strike="noStrike">
                <a:solidFill>
                  <a:schemeClr val="lt1"/>
                </a:solidFill>
                <a:effectLst/>
                <a:uFillTx/>
                <a:latin typeface="Verdana"/>
                <a:ea typeface="Verdana"/>
              </a:rPr>
              <a:t>Click to edit Master text styles</a:t>
            </a:r>
            <a:endParaRPr lang="en-US" sz="1400" b="0" u="none" strike="noStrike">
              <a:solidFill>
                <a:schemeClr val="lt1"/>
              </a:solidFill>
              <a:effectLst/>
              <a:uFillTx/>
              <a:latin typeface="Verdana"/>
            </a:endParaRPr>
          </a:p>
        </p:txBody>
      </p:sp>
      <p:sp>
        <p:nvSpPr>
          <p:cNvPr id="7" name="PlaceHolder 4"/>
          <p:cNvSpPr>
            <a:spLocks noGrp="1"/>
          </p:cNvSpPr>
          <p:nvPr>
            <p:ph type="body"/>
          </p:nvPr>
        </p:nvSpPr>
        <p:spPr>
          <a:xfrm>
            <a:off x="452520" y="3104280"/>
            <a:ext cx="9000720" cy="206280"/>
          </a:xfrm>
          <a:prstGeom prst="rect">
            <a:avLst/>
          </a:prstGeom>
          <a:noFill/>
          <a:ln w="0">
            <a:noFill/>
          </a:ln>
        </p:spPr>
        <p:txBody>
          <a:bodyPr lIns="90000" tIns="45000" rIns="90000" bIns="45000" anchor="t">
            <a:noAutofit/>
          </a:bodyPr>
          <a:lstStyle>
            <a:lvl1pPr indent="0" algn="l">
              <a:lnSpc>
                <a:spcPct val="100000"/>
              </a:lnSpc>
              <a:buNone/>
              <a:defRPr lang="en-US" sz="1400" b="0" u="none" strike="noStrike">
                <a:solidFill>
                  <a:schemeClr val="lt1"/>
                </a:solidFill>
                <a:effectLst/>
                <a:uFillTx/>
                <a:latin typeface="Verdana"/>
                <a:ea typeface="Verdana"/>
              </a:defRPr>
            </a:lvl1pPr>
          </a:lstStyle>
          <a:p>
            <a:pPr indent="0" algn="l">
              <a:lnSpc>
                <a:spcPct val="100000"/>
              </a:lnSpc>
              <a:buNone/>
            </a:pPr>
            <a:r>
              <a:rPr lang="en-US" sz="1400" b="0" u="none" strike="noStrike">
                <a:solidFill>
                  <a:schemeClr val="lt1"/>
                </a:solidFill>
                <a:effectLst/>
                <a:uFillTx/>
                <a:latin typeface="Verdana"/>
                <a:ea typeface="Verdana"/>
              </a:rPr>
              <a:t>Click to edit Master text styles</a:t>
            </a:r>
            <a:endParaRPr lang="en-US" sz="1400" b="0" u="none" strike="noStrike">
              <a:solidFill>
                <a:schemeClr val="lt1"/>
              </a:solidFill>
              <a:effectLst/>
              <a:uFillTx/>
              <a:latin typeface="Verdana"/>
            </a:endParaRPr>
          </a:p>
        </p:txBody>
      </p:sp>
      <p:sp>
        <p:nvSpPr>
          <p:cNvPr id="8" name="PlaceHolder 5"/>
          <p:cNvSpPr>
            <a:spLocks noGrp="1"/>
          </p:cNvSpPr>
          <p:nvPr>
            <p:ph type="body"/>
          </p:nvPr>
        </p:nvSpPr>
        <p:spPr>
          <a:xfrm>
            <a:off x="452520" y="3381120"/>
            <a:ext cx="9000720" cy="206280"/>
          </a:xfrm>
          <a:prstGeom prst="rect">
            <a:avLst/>
          </a:prstGeom>
          <a:noFill/>
          <a:ln w="0">
            <a:noFill/>
          </a:ln>
        </p:spPr>
        <p:txBody>
          <a:bodyPr lIns="90000" tIns="45000" rIns="90000" bIns="45000" anchor="t">
            <a:noAutofit/>
          </a:bodyPr>
          <a:lstStyle>
            <a:lvl1pPr indent="0" algn="l">
              <a:lnSpc>
                <a:spcPct val="100000"/>
              </a:lnSpc>
              <a:buNone/>
              <a:defRPr lang="en-US" sz="1400" b="0" u="none" strike="noStrike">
                <a:solidFill>
                  <a:schemeClr val="lt1"/>
                </a:solidFill>
                <a:effectLst/>
                <a:uFillTx/>
                <a:latin typeface="Verdana"/>
                <a:ea typeface="Verdana"/>
              </a:defRPr>
            </a:lvl1pPr>
          </a:lstStyle>
          <a:p>
            <a:pPr indent="0" algn="l">
              <a:lnSpc>
                <a:spcPct val="100000"/>
              </a:lnSpc>
              <a:buNone/>
            </a:pPr>
            <a:r>
              <a:rPr lang="en-US" sz="1400" b="0" u="none" strike="noStrike">
                <a:solidFill>
                  <a:schemeClr val="lt1"/>
                </a:solidFill>
                <a:effectLst/>
                <a:uFillTx/>
                <a:latin typeface="Verdana"/>
                <a:ea typeface="Verdana"/>
              </a:rPr>
              <a:t>Click to edit Master text styles</a:t>
            </a:r>
            <a:endParaRPr lang="en-US" sz="1400" b="0" u="none" strike="noStrike">
              <a:solidFill>
                <a:schemeClr val="lt1"/>
              </a:solidFill>
              <a:effectLst/>
              <a:uFillTx/>
              <a:latin typeface="Verdana"/>
            </a:endParaRPr>
          </a:p>
        </p:txBody>
      </p:sp>
      <p:sp>
        <p:nvSpPr>
          <p:cNvPr id="9" name="Rectangle 3"/>
          <p:cNvSpPr/>
          <p:nvPr/>
        </p:nvSpPr>
        <p:spPr>
          <a:xfrm>
            <a:off x="0" y="-17280"/>
            <a:ext cx="9905760" cy="992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10" name="Picture 13"/>
          <p:cNvPicPr/>
          <p:nvPr/>
        </p:nvPicPr>
        <p:blipFill>
          <a:blip r:embed="rId3"/>
          <a:stretch/>
        </p:blipFill>
        <p:spPr>
          <a:xfrm>
            <a:off x="8093160" y="286560"/>
            <a:ext cx="1360080" cy="385200"/>
          </a:xfrm>
          <a:prstGeom prst="rect">
            <a:avLst/>
          </a:prstGeom>
          <a:noFill/>
          <a:ln w="0">
            <a:noFill/>
          </a:ln>
        </p:spPr>
      </p:pic>
      <p:sp>
        <p:nvSpPr>
          <p:cNvPr id="11" name="PlaceHolder 6"/>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_Custom Layout">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body"/>
          </p:nvPr>
        </p:nvSpPr>
        <p:spPr>
          <a:xfrm>
            <a:off x="452880" y="1782720"/>
            <a:ext cx="4436280" cy="46263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chemeClr val="accent2"/>
                </a:solidFill>
                <a:effectLst/>
                <a:uFillTx/>
                <a:latin typeface="Verdana"/>
                <a:ea typeface="Verdana"/>
              </a:defRPr>
            </a:lvl1pPr>
            <a:lvl2pPr indent="0" algn="l" defTabSz="914400">
              <a:lnSpc>
                <a:spcPct val="100000"/>
              </a:lnSpc>
              <a:buNone/>
              <a:tabLst>
                <a:tab pos="0" algn="l"/>
              </a:tabLst>
              <a:defRPr lang="en-US" sz="900" b="0" u="none" strike="noStrike">
                <a:solidFill>
                  <a:schemeClr val="accent2"/>
                </a:solidFill>
                <a:effectLst/>
                <a:uFillTx/>
                <a:latin typeface="Verdana"/>
                <a:ea typeface="Verdana"/>
              </a:defRPr>
            </a:lvl2pPr>
            <a:lvl3pPr indent="0" algn="l" defTabSz="914400">
              <a:lnSpc>
                <a:spcPct val="100000"/>
              </a:lnSpc>
              <a:buNone/>
              <a:tabLst>
                <a:tab pos="0" algn="l"/>
              </a:tabLst>
              <a:defRPr lang="en-US" sz="900" b="0" u="none" strike="noStrike">
                <a:solidFill>
                  <a:schemeClr val="accent2"/>
                </a:solidFill>
                <a:effectLst/>
                <a:uFillTx/>
                <a:latin typeface="Verdana"/>
                <a:ea typeface="Verdana"/>
              </a:defRPr>
            </a:lvl3pPr>
            <a:lvl4pPr indent="0" algn="l" defTabSz="914400">
              <a:lnSpc>
                <a:spcPct val="100000"/>
              </a:lnSpc>
              <a:buNone/>
              <a:tabLst>
                <a:tab pos="0" algn="l"/>
              </a:tabLst>
              <a:defRPr lang="en-US" sz="900" b="0" u="none" strike="noStrike">
                <a:solidFill>
                  <a:schemeClr val="accent2"/>
                </a:solidFill>
                <a:effectLst/>
                <a:uFillTx/>
                <a:latin typeface="Verdana"/>
                <a:ea typeface="Verdana"/>
              </a:defRPr>
            </a:lvl4pPr>
            <a:lvl5pPr indent="0" algn="l" defTabSz="91440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914400">
              <a:lnSpc>
                <a:spcPct val="100000"/>
              </a:lnSpc>
              <a:buNone/>
              <a:tabLst>
                <a:tab pos="0" algn="l"/>
              </a:tabLst>
            </a:pPr>
            <a:r>
              <a:rPr lang="en-US" sz="900" b="0" u="none" strike="noStrike">
                <a:solidFill>
                  <a:schemeClr val="accent2"/>
                </a:solidFill>
                <a:effectLst/>
                <a:uFillTx/>
                <a:latin typeface="Verdana"/>
                <a:ea typeface="Verdana"/>
              </a:rPr>
              <a:t>Click to edit Master text styles</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0" u="none" strike="noStrike">
              <a:solidFill>
                <a:schemeClr val="accent2"/>
              </a:solidFill>
              <a:effectLst/>
              <a:uFillTx/>
              <a:latin typeface="Verdana"/>
            </a:endParaRPr>
          </a:p>
        </p:txBody>
      </p:sp>
      <p:sp>
        <p:nvSpPr>
          <p:cNvPr id="13" name="PlaceHolder 2"/>
          <p:cNvSpPr>
            <a:spLocks noGrp="1"/>
          </p:cNvSpPr>
          <p:nvPr>
            <p:ph type="body" hasCustomPrompt="1"/>
          </p:nvPr>
        </p:nvSpPr>
        <p:spPr>
          <a:xfrm>
            <a:off x="452880" y="738720"/>
            <a:ext cx="9001080" cy="54000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2200" b="0"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2200" b="0" u="none" strike="noStrike">
                <a:solidFill>
                  <a:schemeClr val="accent1"/>
                </a:solidFill>
                <a:effectLst/>
                <a:uFillTx/>
                <a:latin typeface="Verdana"/>
                <a:ea typeface="Verdana"/>
              </a:rPr>
              <a:t>SECTION TITLE</a:t>
            </a:r>
            <a:endParaRPr lang="en-US" sz="2200" b="0" u="none" strike="noStrike">
              <a:solidFill>
                <a:schemeClr val="accent2"/>
              </a:solidFill>
              <a:effectLst/>
              <a:uFillTx/>
              <a:latin typeface="Verdana"/>
            </a:endParaRPr>
          </a:p>
        </p:txBody>
      </p:sp>
      <p:sp>
        <p:nvSpPr>
          <p:cNvPr id="14" name="PlaceHolder 3"/>
          <p:cNvSpPr>
            <a:spLocks noGrp="1"/>
          </p:cNvSpPr>
          <p:nvPr>
            <p:ph type="body" hasCustomPrompt="1"/>
          </p:nvPr>
        </p:nvSpPr>
        <p:spPr>
          <a:xfrm>
            <a:off x="452880" y="1461960"/>
            <a:ext cx="9001080" cy="24732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1800" b="1"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1800" b="1" u="none" strike="noStrike">
                <a:solidFill>
                  <a:schemeClr val="accent1"/>
                </a:solidFill>
                <a:effectLst/>
                <a:uFillTx/>
                <a:latin typeface="Verdana"/>
                <a:ea typeface="Verdana"/>
              </a:rPr>
              <a:t>HEADING 1</a:t>
            </a:r>
            <a:endParaRPr lang="en-US" sz="1800" b="0" u="none" strike="noStrike">
              <a:solidFill>
                <a:schemeClr val="accent2"/>
              </a:solidFill>
              <a:effectLst/>
              <a:uFillTx/>
              <a:latin typeface="Verdana"/>
            </a:endParaRPr>
          </a:p>
        </p:txBody>
      </p:sp>
      <p:sp>
        <p:nvSpPr>
          <p:cNvPr id="15" name="PlaceHolder 4"/>
          <p:cNvSpPr>
            <a:spLocks noGrp="1"/>
          </p:cNvSpPr>
          <p:nvPr>
            <p:ph type="body"/>
          </p:nvPr>
        </p:nvSpPr>
        <p:spPr>
          <a:xfrm>
            <a:off x="5016600" y="1782720"/>
            <a:ext cx="4436280" cy="46263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chemeClr val="accent2"/>
                </a:solidFill>
                <a:effectLst/>
                <a:uFillTx/>
                <a:latin typeface="Verdana"/>
                <a:ea typeface="Verdana"/>
              </a:defRPr>
            </a:lvl1pPr>
            <a:lvl2pPr indent="0" algn="l" defTabSz="914400">
              <a:lnSpc>
                <a:spcPct val="100000"/>
              </a:lnSpc>
              <a:buNone/>
              <a:tabLst>
                <a:tab pos="0" algn="l"/>
              </a:tabLst>
              <a:defRPr lang="en-US" sz="900" b="0" u="none" strike="noStrike">
                <a:solidFill>
                  <a:schemeClr val="accent2"/>
                </a:solidFill>
                <a:effectLst/>
                <a:uFillTx/>
                <a:latin typeface="Verdana"/>
                <a:ea typeface="Verdana"/>
              </a:defRPr>
            </a:lvl2pPr>
            <a:lvl3pPr indent="0" algn="l" defTabSz="914400">
              <a:lnSpc>
                <a:spcPct val="100000"/>
              </a:lnSpc>
              <a:buNone/>
              <a:tabLst>
                <a:tab pos="0" algn="l"/>
              </a:tabLst>
              <a:defRPr lang="en-US" sz="900" b="0" u="none" strike="noStrike">
                <a:solidFill>
                  <a:schemeClr val="accent2"/>
                </a:solidFill>
                <a:effectLst/>
                <a:uFillTx/>
                <a:latin typeface="Verdana"/>
                <a:ea typeface="Verdana"/>
              </a:defRPr>
            </a:lvl3pPr>
            <a:lvl4pPr indent="0" algn="l" defTabSz="914400">
              <a:lnSpc>
                <a:spcPct val="100000"/>
              </a:lnSpc>
              <a:buNone/>
              <a:tabLst>
                <a:tab pos="0" algn="l"/>
              </a:tabLst>
              <a:defRPr lang="en-US" sz="900" b="0" u="none" strike="noStrike">
                <a:solidFill>
                  <a:schemeClr val="accent2"/>
                </a:solidFill>
                <a:effectLst/>
                <a:uFillTx/>
                <a:latin typeface="Verdana"/>
                <a:ea typeface="Verdana"/>
              </a:defRPr>
            </a:lvl4pPr>
            <a:lvl5pPr indent="0" algn="l" defTabSz="91440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914400">
              <a:lnSpc>
                <a:spcPct val="100000"/>
              </a:lnSpc>
              <a:buNone/>
              <a:tabLst>
                <a:tab pos="0" algn="l"/>
              </a:tabLst>
            </a:pPr>
            <a:r>
              <a:rPr lang="en-US" sz="900" b="0" u="none" strike="noStrike">
                <a:solidFill>
                  <a:schemeClr val="accent2"/>
                </a:solidFill>
                <a:effectLst/>
                <a:uFillTx/>
                <a:latin typeface="Verdana"/>
                <a:ea typeface="Verdana"/>
              </a:rPr>
              <a:t>Click to edit Master text styles</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0" u="none" strike="noStrike">
              <a:solidFill>
                <a:schemeClr val="accent2"/>
              </a:solidFill>
              <a:effectLst/>
              <a:uFillTx/>
              <a:latin typeface="Verdana"/>
            </a:endParaRPr>
          </a:p>
        </p:txBody>
      </p:sp>
      <p:pic>
        <p:nvPicPr>
          <p:cNvPr id="16" name="Picture 3"/>
          <p:cNvPicPr/>
          <p:nvPr/>
        </p:nvPicPr>
        <p:blipFill>
          <a:blip r:embed="rId2"/>
          <a:srcRect l="0" t="82594" r="0" b="4884"/>
          <a:stretch/>
        </p:blipFill>
        <p:spPr>
          <a:xfrm>
            <a:off x="0" y="0"/>
            <a:ext cx="9905760" cy="553680"/>
          </a:xfrm>
          <a:prstGeom prst="rect">
            <a:avLst/>
          </a:prstGeom>
          <a:noFill/>
          <a:ln w="0">
            <a:noFill/>
          </a:ln>
        </p:spPr>
      </p:pic>
      <p:sp>
        <p:nvSpPr>
          <p:cNvPr id="17" name="Rectangle 8"/>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18" name="Graphic 10"/>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19" name="PlaceHolder 5"/>
          <p:cNvSpPr>
            <a:spLocks noGrp="1"/>
          </p:cNvSpPr>
          <p:nvPr>
            <p:ph type="ftr" idx="1"/>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20" name="PlaceHolder 6"/>
          <p:cNvSpPr>
            <a:spLocks noGrp="1"/>
          </p:cNvSpPr>
          <p:nvPr>
            <p:ph type="sldNum" idx="2"/>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844EEBAA-2658-4DFD-87B5-546DF8DD7186}"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21" name="PlaceHolder 7"/>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8_Custom Layout">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body"/>
          </p:nvPr>
        </p:nvSpPr>
        <p:spPr>
          <a:xfrm>
            <a:off x="452880" y="1950480"/>
            <a:ext cx="2909160" cy="44589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chemeClr val="accent2"/>
                </a:solidFill>
                <a:effectLst/>
                <a:uFillTx/>
                <a:latin typeface="Verdana"/>
                <a:ea typeface="Verdana"/>
              </a:defRPr>
            </a:lvl1pPr>
            <a:lvl2pPr indent="0" algn="l" defTabSz="914400">
              <a:lnSpc>
                <a:spcPct val="100000"/>
              </a:lnSpc>
              <a:buNone/>
              <a:tabLst>
                <a:tab pos="0" algn="l"/>
              </a:tabLst>
              <a:defRPr lang="en-US" sz="900" b="0" u="none" strike="noStrike">
                <a:solidFill>
                  <a:schemeClr val="accent2"/>
                </a:solidFill>
                <a:effectLst/>
                <a:uFillTx/>
                <a:latin typeface="Verdana"/>
                <a:ea typeface="Verdana"/>
              </a:defRPr>
            </a:lvl2pPr>
            <a:lvl3pPr indent="0" algn="l" defTabSz="914400">
              <a:lnSpc>
                <a:spcPct val="100000"/>
              </a:lnSpc>
              <a:buNone/>
              <a:tabLst>
                <a:tab pos="0" algn="l"/>
              </a:tabLst>
              <a:defRPr lang="en-US" sz="900" b="0" u="none" strike="noStrike">
                <a:solidFill>
                  <a:schemeClr val="accent2"/>
                </a:solidFill>
                <a:effectLst/>
                <a:uFillTx/>
                <a:latin typeface="Verdana"/>
                <a:ea typeface="Verdana"/>
              </a:defRPr>
            </a:lvl3pPr>
            <a:lvl4pPr indent="0" algn="l" defTabSz="914400">
              <a:lnSpc>
                <a:spcPct val="100000"/>
              </a:lnSpc>
              <a:buNone/>
              <a:tabLst>
                <a:tab pos="0" algn="l"/>
              </a:tabLst>
              <a:defRPr lang="en-US" sz="900" b="0" u="none" strike="noStrike">
                <a:solidFill>
                  <a:schemeClr val="accent2"/>
                </a:solidFill>
                <a:effectLst/>
                <a:uFillTx/>
                <a:latin typeface="Verdana"/>
                <a:ea typeface="Verdana"/>
              </a:defRPr>
            </a:lvl4pPr>
            <a:lvl5pPr indent="0" algn="l" defTabSz="91440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914400">
              <a:lnSpc>
                <a:spcPct val="100000"/>
              </a:lnSpc>
              <a:buNone/>
              <a:tabLst>
                <a:tab pos="0" algn="l"/>
              </a:tabLst>
            </a:pPr>
            <a:r>
              <a:rPr lang="en-US" sz="900" b="0" u="none" strike="noStrike">
                <a:solidFill>
                  <a:schemeClr val="accent2"/>
                </a:solidFill>
                <a:effectLst/>
                <a:uFillTx/>
                <a:latin typeface="Verdana"/>
                <a:ea typeface="Verdana"/>
              </a:rPr>
              <a:t>Click to edit Master text styles</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0" u="none" strike="noStrike">
              <a:solidFill>
                <a:schemeClr val="accent2"/>
              </a:solidFill>
              <a:effectLst/>
              <a:uFillTx/>
              <a:latin typeface="Verdana"/>
            </a:endParaRPr>
          </a:p>
        </p:txBody>
      </p:sp>
      <p:sp>
        <p:nvSpPr>
          <p:cNvPr id="23" name="PlaceHolder 2"/>
          <p:cNvSpPr>
            <a:spLocks noGrp="1"/>
          </p:cNvSpPr>
          <p:nvPr>
            <p:ph type="body" hasCustomPrompt="1"/>
          </p:nvPr>
        </p:nvSpPr>
        <p:spPr>
          <a:xfrm>
            <a:off x="452880" y="738720"/>
            <a:ext cx="9001080" cy="54000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2200" b="0"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2200" b="0" u="none" strike="noStrike">
                <a:solidFill>
                  <a:schemeClr val="accent1"/>
                </a:solidFill>
                <a:effectLst/>
                <a:uFillTx/>
                <a:latin typeface="Verdana"/>
                <a:ea typeface="Verdana"/>
              </a:rPr>
              <a:t>SECTION TITLE</a:t>
            </a:r>
            <a:endParaRPr lang="en-US" sz="2200" b="0" u="none" strike="noStrike">
              <a:solidFill>
                <a:schemeClr val="accent2"/>
              </a:solidFill>
              <a:effectLst/>
              <a:uFillTx/>
              <a:latin typeface="Verdana"/>
            </a:endParaRPr>
          </a:p>
        </p:txBody>
      </p:sp>
      <p:sp>
        <p:nvSpPr>
          <p:cNvPr id="24" name="PlaceHolder 3"/>
          <p:cNvSpPr>
            <a:spLocks noGrp="1"/>
          </p:cNvSpPr>
          <p:nvPr>
            <p:ph type="body" hasCustomPrompt="1"/>
          </p:nvPr>
        </p:nvSpPr>
        <p:spPr>
          <a:xfrm>
            <a:off x="452880" y="1461960"/>
            <a:ext cx="9001080" cy="36144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1"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1800" b="1" u="none" strike="noStrike">
                <a:solidFill>
                  <a:schemeClr val="accent1"/>
                </a:solidFill>
                <a:effectLst/>
                <a:uFillTx/>
                <a:latin typeface="Verdana"/>
                <a:ea typeface="Verdana"/>
              </a:rPr>
              <a:t>HEADING 1</a:t>
            </a:r>
            <a:endParaRPr lang="en-US" sz="1800" b="0" u="none" strike="noStrike">
              <a:solidFill>
                <a:schemeClr val="accent2"/>
              </a:solidFill>
              <a:effectLst/>
              <a:uFillTx/>
              <a:latin typeface="Verdana"/>
            </a:endParaRPr>
          </a:p>
        </p:txBody>
      </p:sp>
      <p:sp>
        <p:nvSpPr>
          <p:cNvPr id="25" name="PlaceHolder 4"/>
          <p:cNvSpPr>
            <a:spLocks noGrp="1"/>
          </p:cNvSpPr>
          <p:nvPr>
            <p:ph type="body"/>
          </p:nvPr>
        </p:nvSpPr>
        <p:spPr>
          <a:xfrm>
            <a:off x="3516120" y="1950480"/>
            <a:ext cx="2891520" cy="44589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chemeClr val="accent2"/>
                </a:solidFill>
                <a:effectLst/>
                <a:uFillTx/>
                <a:latin typeface="Verdana"/>
                <a:ea typeface="Verdana"/>
              </a:defRPr>
            </a:lvl1pPr>
            <a:lvl2pPr indent="0" algn="l" defTabSz="914400">
              <a:lnSpc>
                <a:spcPct val="100000"/>
              </a:lnSpc>
              <a:buNone/>
              <a:tabLst>
                <a:tab pos="0" algn="l"/>
              </a:tabLst>
              <a:defRPr lang="en-US" sz="900" b="0" u="none" strike="noStrike">
                <a:solidFill>
                  <a:schemeClr val="accent2"/>
                </a:solidFill>
                <a:effectLst/>
                <a:uFillTx/>
                <a:latin typeface="Verdana"/>
                <a:ea typeface="Verdana"/>
              </a:defRPr>
            </a:lvl2pPr>
            <a:lvl3pPr indent="0" algn="l" defTabSz="914400">
              <a:lnSpc>
                <a:spcPct val="100000"/>
              </a:lnSpc>
              <a:buNone/>
              <a:tabLst>
                <a:tab pos="0" algn="l"/>
              </a:tabLst>
              <a:defRPr lang="en-US" sz="900" b="0" u="none" strike="noStrike">
                <a:solidFill>
                  <a:schemeClr val="accent2"/>
                </a:solidFill>
                <a:effectLst/>
                <a:uFillTx/>
                <a:latin typeface="Verdana"/>
                <a:ea typeface="Verdana"/>
              </a:defRPr>
            </a:lvl3pPr>
            <a:lvl4pPr indent="0" algn="l" defTabSz="914400">
              <a:lnSpc>
                <a:spcPct val="100000"/>
              </a:lnSpc>
              <a:buNone/>
              <a:tabLst>
                <a:tab pos="0" algn="l"/>
              </a:tabLst>
              <a:defRPr lang="en-US" sz="900" b="0" u="none" strike="noStrike">
                <a:solidFill>
                  <a:schemeClr val="accent2"/>
                </a:solidFill>
                <a:effectLst/>
                <a:uFillTx/>
                <a:latin typeface="Verdana"/>
                <a:ea typeface="Verdana"/>
              </a:defRPr>
            </a:lvl4pPr>
            <a:lvl5pPr indent="0" algn="l" defTabSz="91440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914400">
              <a:lnSpc>
                <a:spcPct val="100000"/>
              </a:lnSpc>
              <a:buNone/>
              <a:tabLst>
                <a:tab pos="0" algn="l"/>
              </a:tabLst>
            </a:pPr>
            <a:r>
              <a:rPr lang="en-US" sz="900" b="0" u="none" strike="noStrike">
                <a:solidFill>
                  <a:schemeClr val="accent2"/>
                </a:solidFill>
                <a:effectLst/>
                <a:uFillTx/>
                <a:latin typeface="Verdana"/>
                <a:ea typeface="Verdana"/>
              </a:rPr>
              <a:t>Click to edit Master text styles</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0" u="none" strike="noStrike">
              <a:solidFill>
                <a:schemeClr val="accent2"/>
              </a:solidFill>
              <a:effectLst/>
              <a:uFillTx/>
              <a:latin typeface="Verdana"/>
            </a:endParaRPr>
          </a:p>
        </p:txBody>
      </p:sp>
      <p:sp>
        <p:nvSpPr>
          <p:cNvPr id="26" name="PlaceHolder 5"/>
          <p:cNvSpPr>
            <a:spLocks noGrp="1"/>
          </p:cNvSpPr>
          <p:nvPr>
            <p:ph type="body"/>
          </p:nvPr>
        </p:nvSpPr>
        <p:spPr>
          <a:xfrm>
            <a:off x="6543360" y="1950480"/>
            <a:ext cx="2909880" cy="44589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chemeClr val="accent2"/>
                </a:solidFill>
                <a:effectLst/>
                <a:uFillTx/>
                <a:latin typeface="Verdana"/>
                <a:ea typeface="Verdana"/>
              </a:defRPr>
            </a:lvl1pPr>
            <a:lvl2pPr indent="0" algn="l" defTabSz="914400">
              <a:lnSpc>
                <a:spcPct val="100000"/>
              </a:lnSpc>
              <a:buNone/>
              <a:tabLst>
                <a:tab pos="0" algn="l"/>
              </a:tabLst>
              <a:defRPr lang="en-US" sz="900" b="0" u="none" strike="noStrike">
                <a:solidFill>
                  <a:schemeClr val="accent2"/>
                </a:solidFill>
                <a:effectLst/>
                <a:uFillTx/>
                <a:latin typeface="Verdana"/>
                <a:ea typeface="Verdana"/>
              </a:defRPr>
            </a:lvl2pPr>
            <a:lvl3pPr indent="0" algn="l" defTabSz="914400">
              <a:lnSpc>
                <a:spcPct val="100000"/>
              </a:lnSpc>
              <a:buNone/>
              <a:tabLst>
                <a:tab pos="0" algn="l"/>
              </a:tabLst>
              <a:defRPr lang="en-US" sz="900" b="0" u="none" strike="noStrike">
                <a:solidFill>
                  <a:schemeClr val="accent2"/>
                </a:solidFill>
                <a:effectLst/>
                <a:uFillTx/>
                <a:latin typeface="Verdana"/>
                <a:ea typeface="Verdana"/>
              </a:defRPr>
            </a:lvl3pPr>
            <a:lvl4pPr indent="0" algn="l" defTabSz="914400">
              <a:lnSpc>
                <a:spcPct val="100000"/>
              </a:lnSpc>
              <a:buNone/>
              <a:tabLst>
                <a:tab pos="0" algn="l"/>
              </a:tabLst>
              <a:defRPr lang="en-US" sz="900" b="0" u="none" strike="noStrike">
                <a:solidFill>
                  <a:schemeClr val="accent2"/>
                </a:solidFill>
                <a:effectLst/>
                <a:uFillTx/>
                <a:latin typeface="Verdana"/>
                <a:ea typeface="Verdana"/>
              </a:defRPr>
            </a:lvl4pPr>
            <a:lvl5pPr indent="0" algn="l" defTabSz="91440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914400">
              <a:lnSpc>
                <a:spcPct val="100000"/>
              </a:lnSpc>
              <a:buNone/>
              <a:tabLst>
                <a:tab pos="0" algn="l"/>
              </a:tabLst>
            </a:pPr>
            <a:r>
              <a:rPr lang="en-US" sz="900" b="0" u="none" strike="noStrike">
                <a:solidFill>
                  <a:schemeClr val="accent2"/>
                </a:solidFill>
                <a:effectLst/>
                <a:uFillTx/>
                <a:latin typeface="Verdana"/>
                <a:ea typeface="Verdana"/>
              </a:rPr>
              <a:t>Click to edit Master text styles</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0" u="none" strike="noStrike">
              <a:solidFill>
                <a:schemeClr val="accent2"/>
              </a:solidFill>
              <a:effectLst/>
              <a:uFillTx/>
              <a:latin typeface="Verdana"/>
            </a:endParaRPr>
          </a:p>
        </p:txBody>
      </p:sp>
      <p:pic>
        <p:nvPicPr>
          <p:cNvPr id="27" name="Picture 3"/>
          <p:cNvPicPr/>
          <p:nvPr/>
        </p:nvPicPr>
        <p:blipFill>
          <a:blip r:embed="rId2"/>
          <a:srcRect l="0" t="82594" r="0" b="4884"/>
          <a:stretch/>
        </p:blipFill>
        <p:spPr>
          <a:xfrm>
            <a:off x="0" y="0"/>
            <a:ext cx="9905760" cy="553680"/>
          </a:xfrm>
          <a:prstGeom prst="rect">
            <a:avLst/>
          </a:prstGeom>
          <a:noFill/>
          <a:ln w="0">
            <a:noFill/>
          </a:ln>
        </p:spPr>
      </p:pic>
      <p:sp>
        <p:nvSpPr>
          <p:cNvPr id="28" name="Rectangle 8"/>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29" name="Graphic 11"/>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30" name="PlaceHolder 6"/>
          <p:cNvSpPr>
            <a:spLocks noGrp="1"/>
          </p:cNvSpPr>
          <p:nvPr>
            <p:ph type="ftr" idx="3"/>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31" name="PlaceHolder 7"/>
          <p:cNvSpPr>
            <a:spLocks noGrp="1"/>
          </p:cNvSpPr>
          <p:nvPr>
            <p:ph type="sldNum" idx="4"/>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86CBD259-0546-4AB4-ACC4-F153910596E6}"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32" name="PlaceHolder 8"/>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1_Custom Layout">
    <p:bg>
      <p:bgPr>
        <a:solidFill>
          <a:schemeClr val="lt1"/>
        </a:solidFill>
      </p:bgPr>
    </p:bg>
    <p:spTree>
      <p:nvGrpSpPr>
        <p:cNvPr id="1" name=""/>
        <p:cNvGrpSpPr/>
        <p:nvPr/>
      </p:nvGrpSpPr>
      <p:grpSpPr>
        <a:xfrm>
          <a:off x="0" y="0"/>
          <a:ext cx="0" cy="0"/>
          <a:chOff x="0" y="0"/>
          <a:chExt cx="0" cy="0"/>
        </a:xfrm>
      </p:grpSpPr>
      <p:sp>
        <p:nvSpPr>
          <p:cNvPr id="33" name="PlaceHolder 1"/>
          <p:cNvSpPr>
            <a:spLocks noGrp="1"/>
          </p:cNvSpPr>
          <p:nvPr>
            <p:ph type="body" hasCustomPrompt="1"/>
          </p:nvPr>
        </p:nvSpPr>
        <p:spPr>
          <a:xfrm>
            <a:off x="452880" y="738720"/>
            <a:ext cx="9001080" cy="54000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2200" b="0"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2200" b="0" u="none" strike="noStrike">
                <a:solidFill>
                  <a:schemeClr val="accent1"/>
                </a:solidFill>
                <a:effectLst/>
                <a:uFillTx/>
                <a:latin typeface="Verdana"/>
                <a:ea typeface="Verdana"/>
              </a:rPr>
              <a:t>SECTION TITLE</a:t>
            </a:r>
            <a:endParaRPr lang="en-US" sz="2200" b="0" u="none" strike="noStrike">
              <a:solidFill>
                <a:schemeClr val="accent1"/>
              </a:solidFill>
              <a:effectLst/>
              <a:uFillTx/>
              <a:latin typeface="Verdana"/>
            </a:endParaRPr>
          </a:p>
        </p:txBody>
      </p:sp>
      <p:pic>
        <p:nvPicPr>
          <p:cNvPr id="34" name="Picture 3"/>
          <p:cNvPicPr/>
          <p:nvPr/>
        </p:nvPicPr>
        <p:blipFill>
          <a:blip r:embed="rId2"/>
          <a:srcRect l="0" t="82594" r="0" b="4884"/>
          <a:stretch/>
        </p:blipFill>
        <p:spPr>
          <a:xfrm>
            <a:off x="0" y="0"/>
            <a:ext cx="9905760" cy="553680"/>
          </a:xfrm>
          <a:prstGeom prst="rect">
            <a:avLst/>
          </a:prstGeom>
          <a:noFill/>
          <a:ln w="0">
            <a:noFill/>
          </a:ln>
        </p:spPr>
      </p:pic>
      <p:sp>
        <p:nvSpPr>
          <p:cNvPr id="35" name="Rectangle 8"/>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36" name="Graphic 11"/>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37" name="PlaceHolder 2"/>
          <p:cNvSpPr>
            <a:spLocks noGrp="1"/>
          </p:cNvSpPr>
          <p:nvPr>
            <p:ph type="ftr" idx="5"/>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38" name="PlaceHolder 3"/>
          <p:cNvSpPr>
            <a:spLocks noGrp="1"/>
          </p:cNvSpPr>
          <p:nvPr>
            <p:ph type="sldNum" idx="6"/>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E10913B7-185D-4FCE-A0E1-83DE57E73B85}"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39" name="PlaceHolder 4"/>
          <p:cNvSpPr>
            <a:spLocks noGrp="1"/>
          </p:cNvSpPr>
          <p:nvPr>
            <p:ph type="body"/>
          </p:nvPr>
        </p:nvSpPr>
        <p:spPr>
          <a:xfrm>
            <a:off x="2988720" y="1635840"/>
            <a:ext cx="1614240" cy="1615680"/>
          </a:xfrm>
          <a:prstGeom prst="rect">
            <a:avLst/>
          </a:prstGeom>
          <a:solidFill>
            <a:schemeClr val="lt1">
              <a:lumMod val="95000"/>
            </a:schemeClr>
          </a:solidFill>
          <a:ln w="0">
            <a:solidFill>
              <a:srgbClr val="008C95"/>
            </a:solidFill>
          </a:ln>
        </p:spPr>
        <p:txBody>
          <a:bodyPr lIns="90000" tIns="45000" rIns="90000" bIns="45000" anchor="t">
            <a:noAutofit/>
          </a:bodyPr>
          <a:lstStyle>
            <a:lvl1pPr indent="0" algn="l" defTabSz="914400">
              <a:tabLst>
                <a:tab pos="0" algn="l"/>
              </a:tabLst>
              <a:defRPr lang="en-US" sz="1090" b="0" u="none" strike="noStrike">
                <a:solidFill>
                  <a:schemeClr val="accent1"/>
                </a:solidFill>
                <a:effectLst/>
                <a:uFillTx/>
                <a:latin typeface="Verdana"/>
              </a:defRPr>
            </a:lvl1pPr>
            <a:lvl2pPr lvl="1" algn="l" defTabSz="914400">
              <a:spcBef>
                <a:spcPts val="1134"/>
              </a:spcBef>
              <a:buClr>
                <a:srgbClr val="000000"/>
              </a:buClr>
              <a:buSzPct val="75000"/>
              <a:buFont typeface="Symbol" charset="2"/>
              <a:buChar char=""/>
              <a:tabLst>
                <a:tab pos="0" algn="l"/>
              </a:tabLst>
              <a:defRPr lang="en-US" sz="1090" b="0" u="none" strike="noStrike">
                <a:solidFill>
                  <a:srgbClr val="000000"/>
                </a:solidFill>
                <a:effectLst/>
                <a:uFillTx/>
                <a:latin typeface="Verdana"/>
              </a:defRPr>
            </a:lvl2pPr>
            <a:lvl3pPr lvl="2" algn="l" defTabSz="914400">
              <a:spcBef>
                <a:spcPts val="850"/>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3pPr>
            <a:lvl4pPr lvl="3" algn="l" defTabSz="914400">
              <a:spcBef>
                <a:spcPts val="567"/>
              </a:spcBef>
              <a:buClr>
                <a:srgbClr val="000000"/>
              </a:buClr>
              <a:buSzPct val="75000"/>
              <a:buFont typeface="Symbol" charset="2"/>
              <a:buChar char=""/>
              <a:tabLst>
                <a:tab pos="0" algn="l"/>
              </a:tabLst>
              <a:defRPr lang="en-US" sz="1090" b="0" u="none" strike="noStrike">
                <a:solidFill>
                  <a:srgbClr val="000000"/>
                </a:solidFill>
                <a:effectLst/>
                <a:uFillTx/>
                <a:latin typeface="Verdana"/>
              </a:defRPr>
            </a:lvl4pPr>
            <a:lvl5pPr lvl="4"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5pPr>
            <a:lvl6pPr lvl="5"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6pPr>
            <a:lvl7pPr lvl="6"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7pPr>
          </a:lstStyle>
          <a:p>
            <a:pPr indent="0" algn="l" defTabSz="914400">
              <a:tabLst>
                <a:tab pos="0" algn="l"/>
              </a:tabLst>
            </a:pPr>
            <a:r>
              <a:rPr lang="en-US" sz="1090" b="0" u="none" strike="noStrike">
                <a:solidFill>
                  <a:schemeClr val="accent1"/>
                </a:solidFill>
                <a:effectLst/>
                <a:uFillTx/>
                <a:latin typeface="Verdana"/>
              </a:rPr>
              <a:t>Click to edit the outline text format</a:t>
            </a:r>
            <a:endParaRPr lang="en-US" sz="1090" b="0" u="none" strike="noStrike">
              <a:solidFill>
                <a:schemeClr val="accent1"/>
              </a:solidFill>
              <a:effectLst/>
              <a:uFillTx/>
              <a:latin typeface="Verdana"/>
            </a:endParaRPr>
          </a:p>
          <a:p>
            <a:pPr marL="278640" lvl="1" indent="-324000" algn="l" defTabSz="914400">
              <a:spcBef>
                <a:spcPts val="1134"/>
              </a:spcBef>
              <a:buClr>
                <a:srgbClr val="000000"/>
              </a:buClr>
              <a:buSzPct val="75000"/>
              <a:buFont typeface="Symbol" charset="2"/>
              <a:buChar char=""/>
              <a:tabLst>
                <a:tab pos="0" algn="l"/>
              </a:tabLst>
            </a:pPr>
            <a:r>
              <a:rPr lang="en-US" sz="1090" b="0" u="none" strike="noStrike">
                <a:solidFill>
                  <a:srgbClr val="000000"/>
                </a:solidFill>
                <a:effectLst/>
                <a:uFillTx/>
                <a:latin typeface="Verdana"/>
              </a:rPr>
              <a:t>Second Outline Level</a:t>
            </a:r>
            <a:endParaRPr lang="en-US" sz="1090" b="0" u="none" strike="noStrike">
              <a:solidFill>
                <a:srgbClr val="000000"/>
              </a:solidFill>
              <a:effectLst/>
              <a:uFillTx/>
              <a:latin typeface="Verdana"/>
            </a:endParaRPr>
          </a:p>
          <a:p>
            <a:pPr marL="556920" lvl="2" indent="-288000" algn="l" defTabSz="914400">
              <a:spcBef>
                <a:spcPts val="850"/>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Third Outline Level</a:t>
            </a:r>
            <a:endParaRPr lang="en-US" sz="1090" b="0" u="none" strike="noStrike">
              <a:solidFill>
                <a:srgbClr val="000000"/>
              </a:solidFill>
              <a:effectLst/>
              <a:uFillTx/>
              <a:latin typeface="Verdana"/>
            </a:endParaRPr>
          </a:p>
          <a:p>
            <a:pPr marL="835560" lvl="3" indent="-216000" algn="l" defTabSz="914400">
              <a:spcBef>
                <a:spcPts val="567"/>
              </a:spcBef>
              <a:buClr>
                <a:srgbClr val="000000"/>
              </a:buClr>
              <a:buSzPct val="75000"/>
              <a:buFont typeface="Symbol" charset="2"/>
              <a:buChar char=""/>
              <a:tabLst>
                <a:tab pos="0" algn="l"/>
              </a:tabLst>
            </a:pPr>
            <a:r>
              <a:rPr lang="en-US" sz="1090" b="0" u="none" strike="noStrike">
                <a:solidFill>
                  <a:srgbClr val="000000"/>
                </a:solidFill>
                <a:effectLst/>
                <a:uFillTx/>
                <a:latin typeface="Verdana"/>
              </a:rPr>
              <a:t>Fourth Outline Level</a:t>
            </a:r>
            <a:endParaRPr lang="en-US" sz="1090" b="0" u="none" strike="noStrike">
              <a:solidFill>
                <a:srgbClr val="000000"/>
              </a:solidFill>
              <a:effectLst/>
              <a:uFillTx/>
              <a:latin typeface="Verdana"/>
            </a:endParaRPr>
          </a:p>
          <a:p>
            <a:pPr marL="1114200" lvl="4"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Fifth Outline Level</a:t>
            </a:r>
            <a:endParaRPr lang="en-US" sz="1090" b="0" u="none" strike="noStrike">
              <a:solidFill>
                <a:srgbClr val="000000"/>
              </a:solidFill>
              <a:effectLst/>
              <a:uFillTx/>
              <a:latin typeface="Verdana"/>
            </a:endParaRPr>
          </a:p>
          <a:p>
            <a:pPr marL="1392480" lvl="5"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Sixth Outline Level</a:t>
            </a:r>
            <a:endParaRPr lang="en-US" sz="1090" b="0" u="none" strike="noStrike">
              <a:solidFill>
                <a:srgbClr val="000000"/>
              </a:solidFill>
              <a:effectLst/>
              <a:uFillTx/>
              <a:latin typeface="Verdana"/>
            </a:endParaRPr>
          </a:p>
          <a:p>
            <a:pPr marL="1671120" lvl="6"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Seventh Outline Level</a:t>
            </a:r>
            <a:endParaRPr lang="en-US" sz="1090" b="0" u="none" strike="noStrike">
              <a:solidFill>
                <a:srgbClr val="000000"/>
              </a:solidFill>
              <a:effectLst/>
              <a:uFillTx/>
              <a:latin typeface="Verdana"/>
            </a:endParaRPr>
          </a:p>
        </p:txBody>
      </p:sp>
      <p:sp>
        <p:nvSpPr>
          <p:cNvPr id="40" name="PlaceHolder 5"/>
          <p:cNvSpPr>
            <a:spLocks noGrp="1"/>
          </p:cNvSpPr>
          <p:nvPr>
            <p:ph type="body"/>
          </p:nvPr>
        </p:nvSpPr>
        <p:spPr>
          <a:xfrm>
            <a:off x="5081760" y="1635840"/>
            <a:ext cx="1614240" cy="1615680"/>
          </a:xfrm>
          <a:prstGeom prst="rect">
            <a:avLst/>
          </a:prstGeom>
          <a:solidFill>
            <a:schemeClr val="lt1">
              <a:lumMod val="95000"/>
            </a:schemeClr>
          </a:solidFill>
          <a:ln w="0">
            <a:solidFill>
              <a:srgbClr val="008C95"/>
            </a:solidFill>
          </a:ln>
        </p:spPr>
        <p:txBody>
          <a:bodyPr lIns="90000" tIns="45000" rIns="90000" bIns="45000" anchor="t">
            <a:noAutofit/>
          </a:bodyPr>
          <a:lstStyle>
            <a:lvl1pPr indent="0" algn="l" defTabSz="914400">
              <a:tabLst>
                <a:tab pos="0" algn="l"/>
              </a:tabLst>
              <a:defRPr lang="en-US" sz="1090" b="0" u="none" strike="noStrike">
                <a:solidFill>
                  <a:schemeClr val="accent1"/>
                </a:solidFill>
                <a:effectLst/>
                <a:uFillTx/>
                <a:latin typeface="Verdana"/>
              </a:defRPr>
            </a:lvl1pPr>
            <a:lvl2pPr lvl="1" algn="l" defTabSz="914400">
              <a:spcBef>
                <a:spcPts val="1134"/>
              </a:spcBef>
              <a:buClr>
                <a:srgbClr val="000000"/>
              </a:buClr>
              <a:buSzPct val="75000"/>
              <a:buFont typeface="Symbol" charset="2"/>
              <a:buChar char=""/>
              <a:tabLst>
                <a:tab pos="0" algn="l"/>
              </a:tabLst>
              <a:defRPr lang="en-US" sz="1090" b="0" u="none" strike="noStrike">
                <a:solidFill>
                  <a:srgbClr val="000000"/>
                </a:solidFill>
                <a:effectLst/>
                <a:uFillTx/>
                <a:latin typeface="Verdana"/>
              </a:defRPr>
            </a:lvl2pPr>
            <a:lvl3pPr lvl="2" algn="l" defTabSz="914400">
              <a:spcBef>
                <a:spcPts val="850"/>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3pPr>
            <a:lvl4pPr lvl="3" algn="l" defTabSz="914400">
              <a:spcBef>
                <a:spcPts val="567"/>
              </a:spcBef>
              <a:buClr>
                <a:srgbClr val="000000"/>
              </a:buClr>
              <a:buSzPct val="75000"/>
              <a:buFont typeface="Symbol" charset="2"/>
              <a:buChar char=""/>
              <a:tabLst>
                <a:tab pos="0" algn="l"/>
              </a:tabLst>
              <a:defRPr lang="en-US" sz="1090" b="0" u="none" strike="noStrike">
                <a:solidFill>
                  <a:srgbClr val="000000"/>
                </a:solidFill>
                <a:effectLst/>
                <a:uFillTx/>
                <a:latin typeface="Verdana"/>
              </a:defRPr>
            </a:lvl4pPr>
            <a:lvl5pPr lvl="4"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5pPr>
            <a:lvl6pPr lvl="5"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6pPr>
            <a:lvl7pPr lvl="6"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7pPr>
          </a:lstStyle>
          <a:p>
            <a:pPr indent="0" algn="l" defTabSz="914400">
              <a:tabLst>
                <a:tab pos="0" algn="l"/>
              </a:tabLst>
            </a:pPr>
            <a:r>
              <a:rPr lang="en-US" sz="1090" b="0" u="none" strike="noStrike">
                <a:solidFill>
                  <a:schemeClr val="accent1"/>
                </a:solidFill>
                <a:effectLst/>
                <a:uFillTx/>
                <a:latin typeface="Verdana"/>
              </a:rPr>
              <a:t>Click to edit the outline text format</a:t>
            </a:r>
            <a:endParaRPr lang="en-US" sz="1090" b="0" u="none" strike="noStrike">
              <a:solidFill>
                <a:schemeClr val="accent1"/>
              </a:solidFill>
              <a:effectLst/>
              <a:uFillTx/>
              <a:latin typeface="Verdana"/>
            </a:endParaRPr>
          </a:p>
          <a:p>
            <a:pPr marL="278640" lvl="1" indent="-324000" algn="l" defTabSz="914400">
              <a:spcBef>
                <a:spcPts val="1134"/>
              </a:spcBef>
              <a:buClr>
                <a:srgbClr val="000000"/>
              </a:buClr>
              <a:buSzPct val="75000"/>
              <a:buFont typeface="Symbol" charset="2"/>
              <a:buChar char=""/>
              <a:tabLst>
                <a:tab pos="0" algn="l"/>
              </a:tabLst>
            </a:pPr>
            <a:r>
              <a:rPr lang="en-US" sz="1090" b="0" u="none" strike="noStrike">
                <a:solidFill>
                  <a:srgbClr val="000000"/>
                </a:solidFill>
                <a:effectLst/>
                <a:uFillTx/>
                <a:latin typeface="Verdana"/>
              </a:rPr>
              <a:t>Second Outline Level</a:t>
            </a:r>
            <a:endParaRPr lang="en-US" sz="1090" b="0" u="none" strike="noStrike">
              <a:solidFill>
                <a:srgbClr val="000000"/>
              </a:solidFill>
              <a:effectLst/>
              <a:uFillTx/>
              <a:latin typeface="Verdana"/>
            </a:endParaRPr>
          </a:p>
          <a:p>
            <a:pPr marL="556920" lvl="2" indent="-288000" algn="l" defTabSz="914400">
              <a:spcBef>
                <a:spcPts val="850"/>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Third Outline Level</a:t>
            </a:r>
            <a:endParaRPr lang="en-US" sz="1090" b="0" u="none" strike="noStrike">
              <a:solidFill>
                <a:srgbClr val="000000"/>
              </a:solidFill>
              <a:effectLst/>
              <a:uFillTx/>
              <a:latin typeface="Verdana"/>
            </a:endParaRPr>
          </a:p>
          <a:p>
            <a:pPr marL="835560" lvl="3" indent="-216000" algn="l" defTabSz="914400">
              <a:spcBef>
                <a:spcPts val="567"/>
              </a:spcBef>
              <a:buClr>
                <a:srgbClr val="000000"/>
              </a:buClr>
              <a:buSzPct val="75000"/>
              <a:buFont typeface="Symbol" charset="2"/>
              <a:buChar char=""/>
              <a:tabLst>
                <a:tab pos="0" algn="l"/>
              </a:tabLst>
            </a:pPr>
            <a:r>
              <a:rPr lang="en-US" sz="1090" b="0" u="none" strike="noStrike">
                <a:solidFill>
                  <a:srgbClr val="000000"/>
                </a:solidFill>
                <a:effectLst/>
                <a:uFillTx/>
                <a:latin typeface="Verdana"/>
              </a:rPr>
              <a:t>Fourth Outline Level</a:t>
            </a:r>
            <a:endParaRPr lang="en-US" sz="1090" b="0" u="none" strike="noStrike">
              <a:solidFill>
                <a:srgbClr val="000000"/>
              </a:solidFill>
              <a:effectLst/>
              <a:uFillTx/>
              <a:latin typeface="Verdana"/>
            </a:endParaRPr>
          </a:p>
          <a:p>
            <a:pPr marL="1114200" lvl="4"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Fifth Outline Level</a:t>
            </a:r>
            <a:endParaRPr lang="en-US" sz="1090" b="0" u="none" strike="noStrike">
              <a:solidFill>
                <a:srgbClr val="000000"/>
              </a:solidFill>
              <a:effectLst/>
              <a:uFillTx/>
              <a:latin typeface="Verdana"/>
            </a:endParaRPr>
          </a:p>
          <a:p>
            <a:pPr marL="1392480" lvl="5"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Sixth Outline Level</a:t>
            </a:r>
            <a:endParaRPr lang="en-US" sz="1090" b="0" u="none" strike="noStrike">
              <a:solidFill>
                <a:srgbClr val="000000"/>
              </a:solidFill>
              <a:effectLst/>
              <a:uFillTx/>
              <a:latin typeface="Verdana"/>
            </a:endParaRPr>
          </a:p>
          <a:p>
            <a:pPr marL="1671120" lvl="6"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Seventh Outline Level</a:t>
            </a:r>
            <a:endParaRPr lang="en-US" sz="1090" b="0" u="none" strike="noStrike">
              <a:solidFill>
                <a:srgbClr val="000000"/>
              </a:solidFill>
              <a:effectLst/>
              <a:uFillTx/>
              <a:latin typeface="Verdana"/>
            </a:endParaRPr>
          </a:p>
        </p:txBody>
      </p:sp>
      <p:sp>
        <p:nvSpPr>
          <p:cNvPr id="41" name="PlaceHolder 6"/>
          <p:cNvSpPr>
            <a:spLocks noGrp="1"/>
          </p:cNvSpPr>
          <p:nvPr>
            <p:ph type="body"/>
          </p:nvPr>
        </p:nvSpPr>
        <p:spPr>
          <a:xfrm>
            <a:off x="7225560" y="1635840"/>
            <a:ext cx="1614240" cy="1615680"/>
          </a:xfrm>
          <a:prstGeom prst="rect">
            <a:avLst/>
          </a:prstGeom>
          <a:solidFill>
            <a:schemeClr val="lt1">
              <a:lumMod val="95000"/>
            </a:schemeClr>
          </a:solidFill>
          <a:ln w="0">
            <a:solidFill>
              <a:srgbClr val="008C95"/>
            </a:solidFill>
          </a:ln>
        </p:spPr>
        <p:txBody>
          <a:bodyPr lIns="90000" tIns="45000" rIns="90000" bIns="45000" anchor="t">
            <a:noAutofit/>
          </a:bodyPr>
          <a:lstStyle>
            <a:lvl1pPr indent="0" algn="l" defTabSz="914400">
              <a:tabLst>
                <a:tab pos="0" algn="l"/>
              </a:tabLst>
              <a:defRPr lang="en-US" sz="1090" b="0" u="none" strike="noStrike">
                <a:solidFill>
                  <a:schemeClr val="accent1"/>
                </a:solidFill>
                <a:effectLst/>
                <a:uFillTx/>
                <a:latin typeface="Verdana"/>
              </a:defRPr>
            </a:lvl1pPr>
            <a:lvl2pPr lvl="1" algn="l" defTabSz="914400">
              <a:spcBef>
                <a:spcPts val="1134"/>
              </a:spcBef>
              <a:buClr>
                <a:srgbClr val="000000"/>
              </a:buClr>
              <a:buSzPct val="75000"/>
              <a:buFont typeface="Symbol" charset="2"/>
              <a:buChar char=""/>
              <a:tabLst>
                <a:tab pos="0" algn="l"/>
              </a:tabLst>
              <a:defRPr lang="en-US" sz="1090" b="0" u="none" strike="noStrike">
                <a:solidFill>
                  <a:srgbClr val="000000"/>
                </a:solidFill>
                <a:effectLst/>
                <a:uFillTx/>
                <a:latin typeface="Verdana"/>
              </a:defRPr>
            </a:lvl2pPr>
            <a:lvl3pPr lvl="2" algn="l" defTabSz="914400">
              <a:spcBef>
                <a:spcPts val="850"/>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3pPr>
            <a:lvl4pPr lvl="3" algn="l" defTabSz="914400">
              <a:spcBef>
                <a:spcPts val="567"/>
              </a:spcBef>
              <a:buClr>
                <a:srgbClr val="000000"/>
              </a:buClr>
              <a:buSzPct val="75000"/>
              <a:buFont typeface="Symbol" charset="2"/>
              <a:buChar char=""/>
              <a:tabLst>
                <a:tab pos="0" algn="l"/>
              </a:tabLst>
              <a:defRPr lang="en-US" sz="1090" b="0" u="none" strike="noStrike">
                <a:solidFill>
                  <a:srgbClr val="000000"/>
                </a:solidFill>
                <a:effectLst/>
                <a:uFillTx/>
                <a:latin typeface="Verdana"/>
              </a:defRPr>
            </a:lvl4pPr>
            <a:lvl5pPr lvl="4"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5pPr>
            <a:lvl6pPr lvl="5"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6pPr>
            <a:lvl7pPr lvl="6"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7pPr>
          </a:lstStyle>
          <a:p>
            <a:pPr indent="0" algn="l" defTabSz="914400">
              <a:tabLst>
                <a:tab pos="0" algn="l"/>
              </a:tabLst>
            </a:pPr>
            <a:r>
              <a:rPr lang="en-US" sz="1090" b="0" u="none" strike="noStrike">
                <a:solidFill>
                  <a:schemeClr val="accent1"/>
                </a:solidFill>
                <a:effectLst/>
                <a:uFillTx/>
                <a:latin typeface="Verdana"/>
              </a:rPr>
              <a:t>Click to edit the outline text format</a:t>
            </a:r>
            <a:endParaRPr lang="en-US" sz="1090" b="0" u="none" strike="noStrike">
              <a:solidFill>
                <a:schemeClr val="accent1"/>
              </a:solidFill>
              <a:effectLst/>
              <a:uFillTx/>
              <a:latin typeface="Verdana"/>
            </a:endParaRPr>
          </a:p>
          <a:p>
            <a:pPr marL="278640" lvl="1" indent="-324000" algn="l" defTabSz="914400">
              <a:spcBef>
                <a:spcPts val="1134"/>
              </a:spcBef>
              <a:buClr>
                <a:srgbClr val="000000"/>
              </a:buClr>
              <a:buSzPct val="75000"/>
              <a:buFont typeface="Symbol" charset="2"/>
              <a:buChar char=""/>
              <a:tabLst>
                <a:tab pos="0" algn="l"/>
              </a:tabLst>
            </a:pPr>
            <a:r>
              <a:rPr lang="en-US" sz="1090" b="0" u="none" strike="noStrike">
                <a:solidFill>
                  <a:srgbClr val="000000"/>
                </a:solidFill>
                <a:effectLst/>
                <a:uFillTx/>
                <a:latin typeface="Verdana"/>
              </a:rPr>
              <a:t>Second Outline Level</a:t>
            </a:r>
            <a:endParaRPr lang="en-US" sz="1090" b="0" u="none" strike="noStrike">
              <a:solidFill>
                <a:srgbClr val="000000"/>
              </a:solidFill>
              <a:effectLst/>
              <a:uFillTx/>
              <a:latin typeface="Verdana"/>
            </a:endParaRPr>
          </a:p>
          <a:p>
            <a:pPr marL="556920" lvl="2" indent="-288000" algn="l" defTabSz="914400">
              <a:spcBef>
                <a:spcPts val="850"/>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Third Outline Level</a:t>
            </a:r>
            <a:endParaRPr lang="en-US" sz="1090" b="0" u="none" strike="noStrike">
              <a:solidFill>
                <a:srgbClr val="000000"/>
              </a:solidFill>
              <a:effectLst/>
              <a:uFillTx/>
              <a:latin typeface="Verdana"/>
            </a:endParaRPr>
          </a:p>
          <a:p>
            <a:pPr marL="835560" lvl="3" indent="-216000" algn="l" defTabSz="914400">
              <a:spcBef>
                <a:spcPts val="567"/>
              </a:spcBef>
              <a:buClr>
                <a:srgbClr val="000000"/>
              </a:buClr>
              <a:buSzPct val="75000"/>
              <a:buFont typeface="Symbol" charset="2"/>
              <a:buChar char=""/>
              <a:tabLst>
                <a:tab pos="0" algn="l"/>
              </a:tabLst>
            </a:pPr>
            <a:r>
              <a:rPr lang="en-US" sz="1090" b="0" u="none" strike="noStrike">
                <a:solidFill>
                  <a:srgbClr val="000000"/>
                </a:solidFill>
                <a:effectLst/>
                <a:uFillTx/>
                <a:latin typeface="Verdana"/>
              </a:rPr>
              <a:t>Fourth Outline Level</a:t>
            </a:r>
            <a:endParaRPr lang="en-US" sz="1090" b="0" u="none" strike="noStrike">
              <a:solidFill>
                <a:srgbClr val="000000"/>
              </a:solidFill>
              <a:effectLst/>
              <a:uFillTx/>
              <a:latin typeface="Verdana"/>
            </a:endParaRPr>
          </a:p>
          <a:p>
            <a:pPr marL="1114200" lvl="4"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Fifth Outline Level</a:t>
            </a:r>
            <a:endParaRPr lang="en-US" sz="1090" b="0" u="none" strike="noStrike">
              <a:solidFill>
                <a:srgbClr val="000000"/>
              </a:solidFill>
              <a:effectLst/>
              <a:uFillTx/>
              <a:latin typeface="Verdana"/>
            </a:endParaRPr>
          </a:p>
          <a:p>
            <a:pPr marL="1392480" lvl="5"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Sixth Outline Level</a:t>
            </a:r>
            <a:endParaRPr lang="en-US" sz="1090" b="0" u="none" strike="noStrike">
              <a:solidFill>
                <a:srgbClr val="000000"/>
              </a:solidFill>
              <a:effectLst/>
              <a:uFillTx/>
              <a:latin typeface="Verdana"/>
            </a:endParaRPr>
          </a:p>
          <a:p>
            <a:pPr marL="1671120" lvl="6"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Seventh Outline Level</a:t>
            </a:r>
            <a:endParaRPr lang="en-US" sz="1090" b="0" u="none" strike="noStrike">
              <a:solidFill>
                <a:srgbClr val="000000"/>
              </a:solidFill>
              <a:effectLst/>
              <a:uFillTx/>
              <a:latin typeface="Verdana"/>
            </a:endParaRPr>
          </a:p>
        </p:txBody>
      </p:sp>
      <p:sp>
        <p:nvSpPr>
          <p:cNvPr id="42" name="PlaceHolder 7"/>
          <p:cNvSpPr>
            <a:spLocks noGrp="1"/>
          </p:cNvSpPr>
          <p:nvPr>
            <p:ph type="body"/>
          </p:nvPr>
        </p:nvSpPr>
        <p:spPr>
          <a:xfrm>
            <a:off x="3893040" y="3769200"/>
            <a:ext cx="1614240" cy="1615680"/>
          </a:xfrm>
          <a:prstGeom prst="rect">
            <a:avLst/>
          </a:prstGeom>
          <a:solidFill>
            <a:schemeClr val="lt1">
              <a:lumMod val="95000"/>
            </a:schemeClr>
          </a:solidFill>
          <a:ln w="0">
            <a:solidFill>
              <a:srgbClr val="008C95"/>
            </a:solidFill>
          </a:ln>
        </p:spPr>
        <p:txBody>
          <a:bodyPr lIns="90000" tIns="45000" rIns="90000" bIns="45000" anchor="t">
            <a:noAutofit/>
          </a:bodyPr>
          <a:lstStyle>
            <a:lvl1pPr indent="0" algn="l" defTabSz="914400">
              <a:tabLst>
                <a:tab pos="0" algn="l"/>
              </a:tabLst>
              <a:defRPr lang="en-US" sz="1090" b="0" u="none" strike="noStrike">
                <a:solidFill>
                  <a:schemeClr val="accent1"/>
                </a:solidFill>
                <a:effectLst/>
                <a:uFillTx/>
                <a:latin typeface="Verdana"/>
              </a:defRPr>
            </a:lvl1pPr>
            <a:lvl2pPr lvl="1" algn="l" defTabSz="914400">
              <a:spcBef>
                <a:spcPts val="1134"/>
              </a:spcBef>
              <a:buClr>
                <a:srgbClr val="000000"/>
              </a:buClr>
              <a:buSzPct val="75000"/>
              <a:buFont typeface="Symbol" charset="2"/>
              <a:buChar char=""/>
              <a:tabLst>
                <a:tab pos="0" algn="l"/>
              </a:tabLst>
              <a:defRPr lang="en-US" sz="1090" b="0" u="none" strike="noStrike">
                <a:solidFill>
                  <a:srgbClr val="000000"/>
                </a:solidFill>
                <a:effectLst/>
                <a:uFillTx/>
                <a:latin typeface="Verdana"/>
              </a:defRPr>
            </a:lvl2pPr>
            <a:lvl3pPr lvl="2" algn="l" defTabSz="914400">
              <a:spcBef>
                <a:spcPts val="850"/>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3pPr>
            <a:lvl4pPr lvl="3" algn="l" defTabSz="914400">
              <a:spcBef>
                <a:spcPts val="567"/>
              </a:spcBef>
              <a:buClr>
                <a:srgbClr val="000000"/>
              </a:buClr>
              <a:buSzPct val="75000"/>
              <a:buFont typeface="Symbol" charset="2"/>
              <a:buChar char=""/>
              <a:tabLst>
                <a:tab pos="0" algn="l"/>
              </a:tabLst>
              <a:defRPr lang="en-US" sz="1090" b="0" u="none" strike="noStrike">
                <a:solidFill>
                  <a:srgbClr val="000000"/>
                </a:solidFill>
                <a:effectLst/>
                <a:uFillTx/>
                <a:latin typeface="Verdana"/>
              </a:defRPr>
            </a:lvl4pPr>
            <a:lvl5pPr lvl="4"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5pPr>
            <a:lvl6pPr lvl="5"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6pPr>
            <a:lvl7pPr lvl="6"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7pPr>
          </a:lstStyle>
          <a:p>
            <a:pPr indent="0" algn="l" defTabSz="914400">
              <a:tabLst>
                <a:tab pos="0" algn="l"/>
              </a:tabLst>
            </a:pPr>
            <a:r>
              <a:rPr lang="en-US" sz="1090" b="0" u="none" strike="noStrike">
                <a:solidFill>
                  <a:schemeClr val="accent1"/>
                </a:solidFill>
                <a:effectLst/>
                <a:uFillTx/>
                <a:latin typeface="Verdana"/>
              </a:rPr>
              <a:t>Click to edit the outline text format</a:t>
            </a:r>
            <a:endParaRPr lang="en-US" sz="1090" b="0" u="none" strike="noStrike">
              <a:solidFill>
                <a:schemeClr val="accent1"/>
              </a:solidFill>
              <a:effectLst/>
              <a:uFillTx/>
              <a:latin typeface="Verdana"/>
            </a:endParaRPr>
          </a:p>
          <a:p>
            <a:pPr marL="278640" lvl="1" indent="-324000" algn="l" defTabSz="914400">
              <a:spcBef>
                <a:spcPts val="1134"/>
              </a:spcBef>
              <a:buClr>
                <a:srgbClr val="000000"/>
              </a:buClr>
              <a:buSzPct val="75000"/>
              <a:buFont typeface="Symbol" charset="2"/>
              <a:buChar char=""/>
              <a:tabLst>
                <a:tab pos="0" algn="l"/>
              </a:tabLst>
            </a:pPr>
            <a:r>
              <a:rPr lang="en-US" sz="1090" b="0" u="none" strike="noStrike">
                <a:solidFill>
                  <a:srgbClr val="000000"/>
                </a:solidFill>
                <a:effectLst/>
                <a:uFillTx/>
                <a:latin typeface="Verdana"/>
              </a:rPr>
              <a:t>Second Outline Level</a:t>
            </a:r>
            <a:endParaRPr lang="en-US" sz="1090" b="0" u="none" strike="noStrike">
              <a:solidFill>
                <a:srgbClr val="000000"/>
              </a:solidFill>
              <a:effectLst/>
              <a:uFillTx/>
              <a:latin typeface="Verdana"/>
            </a:endParaRPr>
          </a:p>
          <a:p>
            <a:pPr marL="556920" lvl="2" indent="-288000" algn="l" defTabSz="914400">
              <a:spcBef>
                <a:spcPts val="850"/>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Third Outline Level</a:t>
            </a:r>
            <a:endParaRPr lang="en-US" sz="1090" b="0" u="none" strike="noStrike">
              <a:solidFill>
                <a:srgbClr val="000000"/>
              </a:solidFill>
              <a:effectLst/>
              <a:uFillTx/>
              <a:latin typeface="Verdana"/>
            </a:endParaRPr>
          </a:p>
          <a:p>
            <a:pPr marL="835560" lvl="3" indent="-216000" algn="l" defTabSz="914400">
              <a:spcBef>
                <a:spcPts val="567"/>
              </a:spcBef>
              <a:buClr>
                <a:srgbClr val="000000"/>
              </a:buClr>
              <a:buSzPct val="75000"/>
              <a:buFont typeface="Symbol" charset="2"/>
              <a:buChar char=""/>
              <a:tabLst>
                <a:tab pos="0" algn="l"/>
              </a:tabLst>
            </a:pPr>
            <a:r>
              <a:rPr lang="en-US" sz="1090" b="0" u="none" strike="noStrike">
                <a:solidFill>
                  <a:srgbClr val="000000"/>
                </a:solidFill>
                <a:effectLst/>
                <a:uFillTx/>
                <a:latin typeface="Verdana"/>
              </a:rPr>
              <a:t>Fourth Outline Level</a:t>
            </a:r>
            <a:endParaRPr lang="en-US" sz="1090" b="0" u="none" strike="noStrike">
              <a:solidFill>
                <a:srgbClr val="000000"/>
              </a:solidFill>
              <a:effectLst/>
              <a:uFillTx/>
              <a:latin typeface="Verdana"/>
            </a:endParaRPr>
          </a:p>
          <a:p>
            <a:pPr marL="1114200" lvl="4"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Fifth Outline Level</a:t>
            </a:r>
            <a:endParaRPr lang="en-US" sz="1090" b="0" u="none" strike="noStrike">
              <a:solidFill>
                <a:srgbClr val="000000"/>
              </a:solidFill>
              <a:effectLst/>
              <a:uFillTx/>
              <a:latin typeface="Verdana"/>
            </a:endParaRPr>
          </a:p>
          <a:p>
            <a:pPr marL="1392480" lvl="5"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Sixth Outline Level</a:t>
            </a:r>
            <a:endParaRPr lang="en-US" sz="1090" b="0" u="none" strike="noStrike">
              <a:solidFill>
                <a:srgbClr val="000000"/>
              </a:solidFill>
              <a:effectLst/>
              <a:uFillTx/>
              <a:latin typeface="Verdana"/>
            </a:endParaRPr>
          </a:p>
          <a:p>
            <a:pPr marL="1671120" lvl="6"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Seventh Outline Level</a:t>
            </a:r>
            <a:endParaRPr lang="en-US" sz="1090" b="0" u="none" strike="noStrike">
              <a:solidFill>
                <a:srgbClr val="000000"/>
              </a:solidFill>
              <a:effectLst/>
              <a:uFillTx/>
              <a:latin typeface="Verdana"/>
            </a:endParaRPr>
          </a:p>
        </p:txBody>
      </p:sp>
      <p:sp>
        <p:nvSpPr>
          <p:cNvPr id="43" name="PlaceHolder 8"/>
          <p:cNvSpPr>
            <a:spLocks noGrp="1"/>
          </p:cNvSpPr>
          <p:nvPr>
            <p:ph type="body"/>
          </p:nvPr>
        </p:nvSpPr>
        <p:spPr>
          <a:xfrm>
            <a:off x="6290640" y="3769200"/>
            <a:ext cx="1614240" cy="1615680"/>
          </a:xfrm>
          <a:prstGeom prst="rect">
            <a:avLst/>
          </a:prstGeom>
          <a:solidFill>
            <a:schemeClr val="lt1">
              <a:lumMod val="95000"/>
            </a:schemeClr>
          </a:solidFill>
          <a:ln w="0">
            <a:solidFill>
              <a:srgbClr val="008C95"/>
            </a:solidFill>
          </a:ln>
        </p:spPr>
        <p:txBody>
          <a:bodyPr lIns="90000" tIns="45000" rIns="90000" bIns="45000" anchor="t">
            <a:noAutofit/>
          </a:bodyPr>
          <a:lstStyle>
            <a:lvl1pPr indent="0" algn="l" defTabSz="914400">
              <a:tabLst>
                <a:tab pos="0" algn="l"/>
              </a:tabLst>
              <a:defRPr lang="en-US" sz="1090" b="0" u="none" strike="noStrike">
                <a:solidFill>
                  <a:schemeClr val="accent1"/>
                </a:solidFill>
                <a:effectLst/>
                <a:uFillTx/>
                <a:latin typeface="Verdana"/>
              </a:defRPr>
            </a:lvl1pPr>
            <a:lvl2pPr lvl="1" algn="l" defTabSz="914400">
              <a:spcBef>
                <a:spcPts val="1134"/>
              </a:spcBef>
              <a:buClr>
                <a:srgbClr val="000000"/>
              </a:buClr>
              <a:buSzPct val="75000"/>
              <a:buFont typeface="Symbol" charset="2"/>
              <a:buChar char=""/>
              <a:tabLst>
                <a:tab pos="0" algn="l"/>
              </a:tabLst>
              <a:defRPr lang="en-US" sz="1090" b="0" u="none" strike="noStrike">
                <a:solidFill>
                  <a:srgbClr val="000000"/>
                </a:solidFill>
                <a:effectLst/>
                <a:uFillTx/>
                <a:latin typeface="Verdana"/>
              </a:defRPr>
            </a:lvl2pPr>
            <a:lvl3pPr lvl="2" algn="l" defTabSz="914400">
              <a:spcBef>
                <a:spcPts val="850"/>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3pPr>
            <a:lvl4pPr lvl="3" algn="l" defTabSz="914400">
              <a:spcBef>
                <a:spcPts val="567"/>
              </a:spcBef>
              <a:buClr>
                <a:srgbClr val="000000"/>
              </a:buClr>
              <a:buSzPct val="75000"/>
              <a:buFont typeface="Symbol" charset="2"/>
              <a:buChar char=""/>
              <a:tabLst>
                <a:tab pos="0" algn="l"/>
              </a:tabLst>
              <a:defRPr lang="en-US" sz="1090" b="0" u="none" strike="noStrike">
                <a:solidFill>
                  <a:srgbClr val="000000"/>
                </a:solidFill>
                <a:effectLst/>
                <a:uFillTx/>
                <a:latin typeface="Verdana"/>
              </a:defRPr>
            </a:lvl4pPr>
            <a:lvl5pPr lvl="4"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5pPr>
            <a:lvl6pPr lvl="5"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6pPr>
            <a:lvl7pPr lvl="6" algn="l" defTabSz="914400">
              <a:spcBef>
                <a:spcPts val="283"/>
              </a:spcBef>
              <a:buClr>
                <a:srgbClr val="000000"/>
              </a:buClr>
              <a:buSzPct val="45000"/>
              <a:buFont typeface="Wingdings" charset="2"/>
              <a:buChar char=""/>
              <a:tabLst>
                <a:tab pos="0" algn="l"/>
              </a:tabLst>
              <a:defRPr lang="en-US" sz="1090" b="0" u="none" strike="noStrike">
                <a:solidFill>
                  <a:srgbClr val="000000"/>
                </a:solidFill>
                <a:effectLst/>
                <a:uFillTx/>
                <a:latin typeface="Verdana"/>
              </a:defRPr>
            </a:lvl7pPr>
          </a:lstStyle>
          <a:p>
            <a:pPr indent="0" algn="l" defTabSz="914400">
              <a:tabLst>
                <a:tab pos="0" algn="l"/>
              </a:tabLst>
            </a:pPr>
            <a:r>
              <a:rPr lang="en-US" sz="1090" b="0" u="none" strike="noStrike">
                <a:solidFill>
                  <a:schemeClr val="accent1"/>
                </a:solidFill>
                <a:effectLst/>
                <a:uFillTx/>
                <a:latin typeface="Verdana"/>
              </a:rPr>
              <a:t>Click to edit the outline text format</a:t>
            </a:r>
            <a:endParaRPr lang="en-US" sz="1090" b="0" u="none" strike="noStrike">
              <a:solidFill>
                <a:schemeClr val="accent1"/>
              </a:solidFill>
              <a:effectLst/>
              <a:uFillTx/>
              <a:latin typeface="Verdana"/>
            </a:endParaRPr>
          </a:p>
          <a:p>
            <a:pPr marL="278640" lvl="1" indent="-324000" algn="l" defTabSz="914400">
              <a:spcBef>
                <a:spcPts val="1134"/>
              </a:spcBef>
              <a:buClr>
                <a:srgbClr val="000000"/>
              </a:buClr>
              <a:buSzPct val="75000"/>
              <a:buFont typeface="Symbol" charset="2"/>
              <a:buChar char=""/>
              <a:tabLst>
                <a:tab pos="0" algn="l"/>
              </a:tabLst>
            </a:pPr>
            <a:r>
              <a:rPr lang="en-US" sz="1090" b="0" u="none" strike="noStrike">
                <a:solidFill>
                  <a:srgbClr val="000000"/>
                </a:solidFill>
                <a:effectLst/>
                <a:uFillTx/>
                <a:latin typeface="Verdana"/>
              </a:rPr>
              <a:t>Second Outline Level</a:t>
            </a:r>
            <a:endParaRPr lang="en-US" sz="1090" b="0" u="none" strike="noStrike">
              <a:solidFill>
                <a:srgbClr val="000000"/>
              </a:solidFill>
              <a:effectLst/>
              <a:uFillTx/>
              <a:latin typeface="Verdana"/>
            </a:endParaRPr>
          </a:p>
          <a:p>
            <a:pPr marL="556920" lvl="2" indent="-288000" algn="l" defTabSz="914400">
              <a:spcBef>
                <a:spcPts val="850"/>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Third Outline Level</a:t>
            </a:r>
            <a:endParaRPr lang="en-US" sz="1090" b="0" u="none" strike="noStrike">
              <a:solidFill>
                <a:srgbClr val="000000"/>
              </a:solidFill>
              <a:effectLst/>
              <a:uFillTx/>
              <a:latin typeface="Verdana"/>
            </a:endParaRPr>
          </a:p>
          <a:p>
            <a:pPr marL="835560" lvl="3" indent="-216000" algn="l" defTabSz="914400">
              <a:spcBef>
                <a:spcPts val="567"/>
              </a:spcBef>
              <a:buClr>
                <a:srgbClr val="000000"/>
              </a:buClr>
              <a:buSzPct val="75000"/>
              <a:buFont typeface="Symbol" charset="2"/>
              <a:buChar char=""/>
              <a:tabLst>
                <a:tab pos="0" algn="l"/>
              </a:tabLst>
            </a:pPr>
            <a:r>
              <a:rPr lang="en-US" sz="1090" b="0" u="none" strike="noStrike">
                <a:solidFill>
                  <a:srgbClr val="000000"/>
                </a:solidFill>
                <a:effectLst/>
                <a:uFillTx/>
                <a:latin typeface="Verdana"/>
              </a:rPr>
              <a:t>Fourth Outline Level</a:t>
            </a:r>
            <a:endParaRPr lang="en-US" sz="1090" b="0" u="none" strike="noStrike">
              <a:solidFill>
                <a:srgbClr val="000000"/>
              </a:solidFill>
              <a:effectLst/>
              <a:uFillTx/>
              <a:latin typeface="Verdana"/>
            </a:endParaRPr>
          </a:p>
          <a:p>
            <a:pPr marL="1114200" lvl="4"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Fifth Outline Level</a:t>
            </a:r>
            <a:endParaRPr lang="en-US" sz="1090" b="0" u="none" strike="noStrike">
              <a:solidFill>
                <a:srgbClr val="000000"/>
              </a:solidFill>
              <a:effectLst/>
              <a:uFillTx/>
              <a:latin typeface="Verdana"/>
            </a:endParaRPr>
          </a:p>
          <a:p>
            <a:pPr marL="1392480" lvl="5"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Sixth Outline Level</a:t>
            </a:r>
            <a:endParaRPr lang="en-US" sz="1090" b="0" u="none" strike="noStrike">
              <a:solidFill>
                <a:srgbClr val="000000"/>
              </a:solidFill>
              <a:effectLst/>
              <a:uFillTx/>
              <a:latin typeface="Verdana"/>
            </a:endParaRPr>
          </a:p>
          <a:p>
            <a:pPr marL="1671120" lvl="6" indent="-216000" algn="l" defTabSz="914400">
              <a:spcBef>
                <a:spcPts val="283"/>
              </a:spcBef>
              <a:buClr>
                <a:srgbClr val="000000"/>
              </a:buClr>
              <a:buSzPct val="45000"/>
              <a:buFont typeface="Wingdings" charset="2"/>
              <a:buChar char=""/>
              <a:tabLst>
                <a:tab pos="0" algn="l"/>
              </a:tabLst>
            </a:pPr>
            <a:r>
              <a:rPr lang="en-US" sz="1090" b="0" u="none" strike="noStrike">
                <a:solidFill>
                  <a:srgbClr val="000000"/>
                </a:solidFill>
                <a:effectLst/>
                <a:uFillTx/>
                <a:latin typeface="Verdana"/>
              </a:rPr>
              <a:t>Seventh Outline Level</a:t>
            </a:r>
            <a:endParaRPr lang="en-US" sz="1090" b="0" u="none" strike="noStrike">
              <a:solidFill>
                <a:srgbClr val="000000"/>
              </a:solidFill>
              <a:effectLst/>
              <a:uFillTx/>
              <a:latin typeface="Verdana"/>
            </a:endParaRPr>
          </a:p>
        </p:txBody>
      </p:sp>
      <p:sp>
        <p:nvSpPr>
          <p:cNvPr id="44" name="PlaceHolder 9"/>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5_Custom Layout">
    <p:bg>
      <p:bgPr>
        <a:solidFill>
          <a:schemeClr val="lt1"/>
        </a:solidFill>
      </p:bgPr>
    </p:bg>
    <p:spTree>
      <p:nvGrpSpPr>
        <p:cNvPr id="1" name=""/>
        <p:cNvGrpSpPr/>
        <p:nvPr/>
      </p:nvGrpSpPr>
      <p:grpSpPr>
        <a:xfrm>
          <a:off x="0" y="0"/>
          <a:ext cx="0" cy="0"/>
          <a:chOff x="0" y="0"/>
          <a:chExt cx="0" cy="0"/>
        </a:xfrm>
      </p:grpSpPr>
      <p:sp>
        <p:nvSpPr>
          <p:cNvPr id="45" name="PlaceHolder 1"/>
          <p:cNvSpPr>
            <a:spLocks noGrp="1"/>
          </p:cNvSpPr>
          <p:nvPr>
            <p:ph type="body" hasCustomPrompt="1"/>
          </p:nvPr>
        </p:nvSpPr>
        <p:spPr>
          <a:xfrm>
            <a:off x="452880" y="3081240"/>
            <a:ext cx="9001080" cy="28944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2200" b="0"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2200" b="0" u="none" strike="noStrike">
                <a:solidFill>
                  <a:schemeClr val="accent1"/>
                </a:solidFill>
                <a:effectLst/>
                <a:uFillTx/>
                <a:latin typeface="Verdana"/>
                <a:ea typeface="Verdana"/>
              </a:rPr>
              <a:t>SECTION TITLE</a:t>
            </a:r>
            <a:endParaRPr lang="en-US" sz="2200" b="0" u="none" strike="noStrike">
              <a:solidFill>
                <a:schemeClr val="dk1"/>
              </a:solidFill>
              <a:effectLst/>
              <a:uFillTx/>
              <a:latin typeface="Verdana"/>
            </a:endParaRPr>
          </a:p>
        </p:txBody>
      </p:sp>
      <p:sp>
        <p:nvSpPr>
          <p:cNvPr id="46" name="PlaceHolder 2"/>
          <p:cNvSpPr>
            <a:spLocks noGrp="1"/>
          </p:cNvSpPr>
          <p:nvPr>
            <p:ph type="body" hasCustomPrompt="1"/>
          </p:nvPr>
        </p:nvSpPr>
        <p:spPr>
          <a:xfrm>
            <a:off x="452880" y="3635280"/>
            <a:ext cx="9001080" cy="19404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1800" b="1"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1800" b="1" u="none" strike="noStrike">
                <a:solidFill>
                  <a:schemeClr val="accent1"/>
                </a:solidFill>
                <a:effectLst/>
                <a:uFillTx/>
                <a:latin typeface="Verdana"/>
                <a:ea typeface="Verdana"/>
              </a:rPr>
              <a:t>HEADING 1</a:t>
            </a:r>
            <a:endParaRPr lang="en-US" sz="1800" b="0" u="none" strike="noStrike">
              <a:solidFill>
                <a:schemeClr val="dk1"/>
              </a:solidFill>
              <a:effectLst/>
              <a:uFillTx/>
              <a:latin typeface="Verdana"/>
            </a:endParaRPr>
          </a:p>
        </p:txBody>
      </p:sp>
      <p:sp>
        <p:nvSpPr>
          <p:cNvPr id="47" name="PlaceHolder 3"/>
          <p:cNvSpPr>
            <a:spLocks noGrp="1"/>
          </p:cNvSpPr>
          <p:nvPr>
            <p:ph type="body"/>
          </p:nvPr>
        </p:nvSpPr>
        <p:spPr>
          <a:xfrm>
            <a:off x="452880" y="3868560"/>
            <a:ext cx="9001080" cy="2540520"/>
          </a:xfrm>
          <a:prstGeom prst="rect">
            <a:avLst/>
          </a:prstGeom>
          <a:noFill/>
          <a:ln w="0">
            <a:noFill/>
          </a:ln>
        </p:spPr>
        <p:txBody>
          <a:bodyPr lIns="90000" tIns="45000" rIns="90000" bIns="45000" anchor="t">
            <a:noAutofit/>
          </a:bodyPr>
          <a:lstStyle>
            <a:lvl1pPr indent="0" algn="l" defTabSz="556920">
              <a:lnSpc>
                <a:spcPct val="100000"/>
              </a:lnSpc>
              <a:buNone/>
              <a:tabLst>
                <a:tab pos="0" algn="l"/>
              </a:tabLst>
              <a:defRPr lang="en-US" sz="900" b="0" u="none" strike="noStrike">
                <a:solidFill>
                  <a:schemeClr val="accent2"/>
                </a:solidFill>
                <a:effectLst/>
                <a:uFillTx/>
                <a:latin typeface="Verdana"/>
                <a:ea typeface="Verdana"/>
              </a:defRPr>
            </a:lvl1pPr>
            <a:lvl2pPr indent="0" algn="l" defTabSz="556920">
              <a:lnSpc>
                <a:spcPct val="100000"/>
              </a:lnSpc>
              <a:buNone/>
              <a:tabLst>
                <a:tab pos="0" algn="l"/>
              </a:tabLst>
              <a:defRPr lang="en-US" sz="900" b="0" u="none" strike="noStrike">
                <a:solidFill>
                  <a:schemeClr val="accent2"/>
                </a:solidFill>
                <a:effectLst/>
                <a:uFillTx/>
                <a:latin typeface="Verdana"/>
                <a:ea typeface="Verdana"/>
              </a:defRPr>
            </a:lvl2pPr>
            <a:lvl3pPr indent="0" algn="l" defTabSz="556920">
              <a:lnSpc>
                <a:spcPct val="100000"/>
              </a:lnSpc>
              <a:buNone/>
              <a:tabLst>
                <a:tab pos="0" algn="l"/>
              </a:tabLst>
              <a:defRPr lang="en-US" sz="900" b="0" u="none" strike="noStrike">
                <a:solidFill>
                  <a:schemeClr val="accent2"/>
                </a:solidFill>
                <a:effectLst/>
                <a:uFillTx/>
                <a:latin typeface="Verdana"/>
                <a:ea typeface="Verdana"/>
              </a:defRPr>
            </a:lvl3pPr>
            <a:lvl4pPr indent="0" algn="l" defTabSz="556920">
              <a:lnSpc>
                <a:spcPct val="100000"/>
              </a:lnSpc>
              <a:buNone/>
              <a:tabLst>
                <a:tab pos="0" algn="l"/>
              </a:tabLst>
              <a:defRPr lang="en-US" sz="900" b="0" u="none" strike="noStrike">
                <a:solidFill>
                  <a:schemeClr val="accent2"/>
                </a:solidFill>
                <a:effectLst/>
                <a:uFillTx/>
                <a:latin typeface="Verdana"/>
                <a:ea typeface="Verdana"/>
              </a:defRPr>
            </a:lvl4pPr>
            <a:lvl5pPr indent="0" algn="l" defTabSz="55692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556920">
              <a:lnSpc>
                <a:spcPct val="100000"/>
              </a:lnSpc>
              <a:buNone/>
              <a:tabLst>
                <a:tab pos="0" algn="l"/>
              </a:tabLst>
            </a:pPr>
            <a:r>
              <a:rPr lang="en-US" sz="900" b="0" u="none" strike="noStrike">
                <a:solidFill>
                  <a:schemeClr val="accent2"/>
                </a:solidFill>
                <a:effectLst/>
                <a:uFillTx/>
                <a:latin typeface="Verdana"/>
                <a:ea typeface="Verdana"/>
              </a:rPr>
              <a:t>Click to edit Master text styles</a:t>
            </a:r>
            <a:endParaRPr lang="en-US" sz="900" b="0" u="none" strike="noStrike">
              <a:solidFill>
                <a:schemeClr val="dk1"/>
              </a:solidFill>
              <a:effectLst/>
              <a:uFillTx/>
              <a:latin typeface="Verdana"/>
            </a:endParaRPr>
          </a:p>
          <a:p>
            <a:pPr indent="0" algn="l" defTabSz="55692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0" u="none" strike="noStrike">
              <a:solidFill>
                <a:schemeClr val="dk1"/>
              </a:solidFill>
              <a:effectLst/>
              <a:uFillTx/>
              <a:latin typeface="Verdana"/>
            </a:endParaRPr>
          </a:p>
          <a:p>
            <a:pPr indent="0" algn="l" defTabSz="55692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0" u="none" strike="noStrike">
              <a:solidFill>
                <a:schemeClr val="dk1"/>
              </a:solidFill>
              <a:effectLst/>
              <a:uFillTx/>
              <a:latin typeface="Verdana"/>
            </a:endParaRPr>
          </a:p>
          <a:p>
            <a:pPr indent="0" algn="l" defTabSz="55692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0" u="none" strike="noStrike">
              <a:solidFill>
                <a:schemeClr val="dk1"/>
              </a:solidFill>
              <a:effectLst/>
              <a:uFillTx/>
              <a:latin typeface="Verdana"/>
            </a:endParaRPr>
          </a:p>
          <a:p>
            <a:pPr indent="0" algn="l" defTabSz="55692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0" u="none" strike="noStrike">
              <a:solidFill>
                <a:schemeClr val="dk1"/>
              </a:solidFill>
              <a:effectLst/>
              <a:uFillTx/>
              <a:latin typeface="Verdana"/>
            </a:endParaRPr>
          </a:p>
        </p:txBody>
      </p:sp>
      <p:sp>
        <p:nvSpPr>
          <p:cNvPr id="48" name="PlaceHolder 4"/>
          <p:cNvSpPr>
            <a:spLocks noGrp="1"/>
          </p:cNvSpPr>
          <p:nvPr>
            <p:ph type="body"/>
          </p:nvPr>
        </p:nvSpPr>
        <p:spPr>
          <a:xfrm>
            <a:off x="0" y="564840"/>
            <a:ext cx="9905760" cy="23889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tabLst>
                <a:tab pos="0" algn="l"/>
              </a:tabLst>
              <a:defRPr lang="en-US" sz="1090" b="0" u="none" strike="noStrike">
                <a:solidFill>
                  <a:schemeClr val="dk1"/>
                </a:solidFill>
                <a:effectLst/>
                <a:uFillTx/>
                <a:latin typeface="Verdana"/>
              </a:defRPr>
            </a:lvl1pPr>
          </a:lstStyle>
          <a:p>
            <a:pPr indent="0" algn="l" defTabSz="556920">
              <a:lnSpc>
                <a:spcPct val="100000"/>
              </a:lnSpc>
              <a:buNone/>
              <a:tabLst>
                <a:tab pos="0" algn="l"/>
              </a:tabLst>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pic>
        <p:nvPicPr>
          <p:cNvPr id="49" name="Picture 6"/>
          <p:cNvPicPr/>
          <p:nvPr/>
        </p:nvPicPr>
        <p:blipFill>
          <a:blip r:embed="rId2"/>
          <a:srcRect l="0" t="82594" r="0" b="4884"/>
          <a:stretch/>
        </p:blipFill>
        <p:spPr>
          <a:xfrm>
            <a:off x="0" y="0"/>
            <a:ext cx="9905760" cy="553680"/>
          </a:xfrm>
          <a:prstGeom prst="rect">
            <a:avLst/>
          </a:prstGeom>
          <a:noFill/>
          <a:ln w="0">
            <a:noFill/>
          </a:ln>
        </p:spPr>
      </p:pic>
      <p:sp>
        <p:nvSpPr>
          <p:cNvPr id="50" name="Rectangle 8"/>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51" name="Graphic 10"/>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52" name="PlaceHolder 5"/>
          <p:cNvSpPr>
            <a:spLocks noGrp="1"/>
          </p:cNvSpPr>
          <p:nvPr>
            <p:ph type="ftr" idx="7"/>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53" name="PlaceHolder 6"/>
          <p:cNvSpPr>
            <a:spLocks noGrp="1"/>
          </p:cNvSpPr>
          <p:nvPr>
            <p:ph type="sldNum" idx="8"/>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9840EB05-15D9-4A33-B20E-57417519E6DF}"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54" name="PlaceHolder 7"/>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9_Custom Layout">
    <p:bg>
      <p:bgPr>
        <a:solidFill>
          <a:schemeClr val="lt1"/>
        </a:solidFill>
      </p:bgPr>
    </p:bg>
    <p:spTree>
      <p:nvGrpSpPr>
        <p:cNvPr id="1" name=""/>
        <p:cNvGrpSpPr/>
        <p:nvPr/>
      </p:nvGrpSpPr>
      <p:grpSpPr>
        <a:xfrm>
          <a:off x="0" y="0"/>
          <a:ext cx="0" cy="0"/>
          <a:chOff x="0" y="0"/>
          <a:chExt cx="0" cy="0"/>
        </a:xfrm>
      </p:grpSpPr>
      <p:sp>
        <p:nvSpPr>
          <p:cNvPr id="65" name="PlaceHolder 1"/>
          <p:cNvSpPr>
            <a:spLocks noGrp="1"/>
          </p:cNvSpPr>
          <p:nvPr>
            <p:ph type="body" hasCustomPrompt="1"/>
          </p:nvPr>
        </p:nvSpPr>
        <p:spPr>
          <a:xfrm>
            <a:off x="454680" y="738720"/>
            <a:ext cx="8999280" cy="54000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2200" b="0"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2200" b="0" u="none" strike="noStrike">
                <a:solidFill>
                  <a:schemeClr val="accent1"/>
                </a:solidFill>
                <a:effectLst/>
                <a:uFillTx/>
                <a:latin typeface="Verdana"/>
                <a:ea typeface="Verdana"/>
              </a:rPr>
              <a:t>SECTION TITLE</a:t>
            </a:r>
            <a:endParaRPr lang="en-US" sz="2200" b="0" u="none" strike="noStrike">
              <a:solidFill>
                <a:schemeClr val="accent2"/>
              </a:solidFill>
              <a:effectLst/>
              <a:uFillTx/>
              <a:latin typeface="Verdana"/>
            </a:endParaRPr>
          </a:p>
        </p:txBody>
      </p:sp>
      <p:sp>
        <p:nvSpPr>
          <p:cNvPr id="66" name="PlaceHolder 2"/>
          <p:cNvSpPr>
            <a:spLocks noGrp="1"/>
          </p:cNvSpPr>
          <p:nvPr>
            <p:ph type="body" hasCustomPrompt="1"/>
          </p:nvPr>
        </p:nvSpPr>
        <p:spPr>
          <a:xfrm>
            <a:off x="454680" y="1461960"/>
            <a:ext cx="8999280" cy="36144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1"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1800" b="1" u="none" strike="noStrike">
                <a:solidFill>
                  <a:schemeClr val="accent1"/>
                </a:solidFill>
                <a:effectLst/>
                <a:uFillTx/>
                <a:latin typeface="Verdana"/>
                <a:ea typeface="Verdana"/>
              </a:rPr>
              <a:t>HEADING 1</a:t>
            </a:r>
            <a:endParaRPr lang="en-US" sz="1800" b="0" u="none" strike="noStrike">
              <a:solidFill>
                <a:schemeClr val="accent2"/>
              </a:solidFill>
              <a:effectLst/>
              <a:uFillTx/>
              <a:latin typeface="Verdana"/>
            </a:endParaRPr>
          </a:p>
        </p:txBody>
      </p:sp>
      <p:sp>
        <p:nvSpPr>
          <p:cNvPr id="67" name="PlaceHolder 3"/>
          <p:cNvSpPr>
            <a:spLocks noGrp="1"/>
          </p:cNvSpPr>
          <p:nvPr>
            <p:ph type="body"/>
          </p:nvPr>
        </p:nvSpPr>
        <p:spPr>
          <a:xfrm>
            <a:off x="453240" y="1895400"/>
            <a:ext cx="9000720" cy="14698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chemeClr val="accent2"/>
                </a:solidFill>
                <a:effectLst/>
                <a:uFillTx/>
                <a:latin typeface="Verdana"/>
                <a:ea typeface="Verdana"/>
              </a:defRPr>
            </a:lvl1pPr>
            <a:lvl2pPr indent="0" algn="l" defTabSz="914400">
              <a:lnSpc>
                <a:spcPct val="100000"/>
              </a:lnSpc>
              <a:buNone/>
              <a:tabLst>
                <a:tab pos="0" algn="l"/>
              </a:tabLst>
              <a:defRPr lang="en-US" sz="900" b="0" u="none" strike="noStrike">
                <a:solidFill>
                  <a:schemeClr val="accent2"/>
                </a:solidFill>
                <a:effectLst/>
                <a:uFillTx/>
                <a:latin typeface="Verdana"/>
                <a:ea typeface="Verdana"/>
              </a:defRPr>
            </a:lvl2pPr>
            <a:lvl3pPr indent="0" algn="l" defTabSz="914400">
              <a:lnSpc>
                <a:spcPct val="100000"/>
              </a:lnSpc>
              <a:buNone/>
              <a:tabLst>
                <a:tab pos="0" algn="l"/>
              </a:tabLst>
              <a:defRPr lang="en-US" sz="900" b="0" u="none" strike="noStrike">
                <a:solidFill>
                  <a:schemeClr val="accent2"/>
                </a:solidFill>
                <a:effectLst/>
                <a:uFillTx/>
                <a:latin typeface="Verdana"/>
                <a:ea typeface="Verdana"/>
              </a:defRPr>
            </a:lvl3pPr>
            <a:lvl4pPr indent="0" algn="l" defTabSz="914400">
              <a:lnSpc>
                <a:spcPct val="100000"/>
              </a:lnSpc>
              <a:buNone/>
              <a:tabLst>
                <a:tab pos="0" algn="l"/>
              </a:tabLst>
              <a:defRPr lang="en-US" sz="900" b="0" u="none" strike="noStrike">
                <a:solidFill>
                  <a:schemeClr val="accent2"/>
                </a:solidFill>
                <a:effectLst/>
                <a:uFillTx/>
                <a:latin typeface="Verdana"/>
                <a:ea typeface="Verdana"/>
              </a:defRPr>
            </a:lvl4pPr>
            <a:lvl5pPr indent="0" algn="l" defTabSz="91440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914400">
              <a:lnSpc>
                <a:spcPct val="100000"/>
              </a:lnSpc>
              <a:buNone/>
              <a:tabLst>
                <a:tab pos="0" algn="l"/>
              </a:tabLst>
            </a:pPr>
            <a:r>
              <a:rPr lang="en-US" sz="900" b="0" u="none" strike="noStrike">
                <a:solidFill>
                  <a:schemeClr val="accent2"/>
                </a:solidFill>
                <a:effectLst/>
                <a:uFillTx/>
                <a:latin typeface="Verdana"/>
                <a:ea typeface="Verdana"/>
              </a:rPr>
              <a:t>Click to edit Master text styles</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0" u="none" strike="noStrike">
              <a:solidFill>
                <a:schemeClr val="accent2"/>
              </a:solidFill>
              <a:effectLst/>
              <a:uFillTx/>
              <a:latin typeface="Verdana"/>
            </a:endParaRPr>
          </a:p>
        </p:txBody>
      </p:sp>
      <p:sp>
        <p:nvSpPr>
          <p:cNvPr id="68" name="PlaceHolder 4"/>
          <p:cNvSpPr>
            <a:spLocks noGrp="1"/>
          </p:cNvSpPr>
          <p:nvPr>
            <p:ph type="body"/>
          </p:nvPr>
        </p:nvSpPr>
        <p:spPr>
          <a:xfrm>
            <a:off x="452880" y="3492360"/>
            <a:ext cx="9001080" cy="2917080"/>
          </a:xfrm>
          <a:prstGeom prst="rect">
            <a:avLst/>
          </a:prstGeom>
          <a:solidFill>
            <a:schemeClr val="lt1">
              <a:lumMod val="95000"/>
            </a:schemeClr>
          </a:solidFill>
          <a:ln w="0">
            <a:noFill/>
          </a:ln>
        </p:spPr>
        <p:txBody>
          <a:bodyPr lIns="90000" tIns="45000" rIns="90000" bIns="45000" anchor="t">
            <a:noAutofit/>
          </a:bodyPr>
          <a:lstStyle>
            <a:lvl1pPr indent="0" algn="l" defTabSz="914400">
              <a:tabLst>
                <a:tab pos="0" algn="l"/>
              </a:tabLst>
              <a:defRPr lang="en-US" sz="1090" b="0" u="none" strike="noStrike">
                <a:solidFill>
                  <a:schemeClr val="accent2"/>
                </a:solidFill>
                <a:effectLst/>
                <a:uFillTx/>
                <a:latin typeface="Verdana"/>
              </a:defRPr>
            </a:lvl1pPr>
            <a:lvl2pPr lvl="1" algn="l" defTabSz="914400">
              <a:buClr>
                <a:srgbClr val="000000"/>
              </a:buClr>
              <a:buSzPct val="75000"/>
              <a:buFont typeface="Symbol" charset="2"/>
              <a:buChar char=""/>
              <a:tabLst>
                <a:tab pos="0" algn="l"/>
              </a:tabLst>
              <a:defRPr lang="en-US" sz="1090" b="0" u="none" strike="noStrike">
                <a:solidFill>
                  <a:schemeClr val="accent2"/>
                </a:solidFill>
                <a:effectLst/>
                <a:uFillTx/>
                <a:latin typeface="Verdana"/>
              </a:defRPr>
            </a:lvl2pPr>
            <a:lvl3pPr lvl="2" algn="l" defTabSz="914400">
              <a:buClr>
                <a:srgbClr val="000000"/>
              </a:buClr>
              <a:buSzPct val="45000"/>
              <a:buFont typeface="Wingdings" charset="2"/>
              <a:buChar char=""/>
              <a:tabLst>
                <a:tab pos="0" algn="l"/>
              </a:tabLst>
              <a:defRPr lang="en-US" sz="1090" b="0" u="none" strike="noStrike">
                <a:solidFill>
                  <a:schemeClr val="accent2"/>
                </a:solidFill>
                <a:effectLst/>
                <a:uFillTx/>
                <a:latin typeface="Verdana"/>
              </a:defRPr>
            </a:lvl3pPr>
            <a:lvl4pPr lvl="3" algn="l" defTabSz="914400">
              <a:buClr>
                <a:srgbClr val="000000"/>
              </a:buClr>
              <a:buSzPct val="75000"/>
              <a:buFont typeface="Symbol" charset="2"/>
              <a:buChar char=""/>
              <a:tabLst>
                <a:tab pos="0" algn="l"/>
              </a:tabLst>
              <a:defRPr lang="en-US" sz="1090" b="0" u="none" strike="noStrike">
                <a:solidFill>
                  <a:schemeClr val="accent2"/>
                </a:solidFill>
                <a:effectLst/>
                <a:uFillTx/>
                <a:latin typeface="Verdana"/>
              </a:defRPr>
            </a:lvl4pPr>
            <a:lvl5pPr lvl="4" algn="l" defTabSz="914400">
              <a:buClr>
                <a:srgbClr val="000000"/>
              </a:buClr>
              <a:buSzPct val="45000"/>
              <a:buFont typeface="Wingdings" charset="2"/>
              <a:buChar char=""/>
              <a:tabLst>
                <a:tab pos="0" algn="l"/>
              </a:tabLst>
              <a:defRPr lang="en-US" sz="1090" b="0" u="none" strike="noStrike">
                <a:solidFill>
                  <a:schemeClr val="accent2"/>
                </a:solidFill>
                <a:effectLst/>
                <a:uFillTx/>
                <a:latin typeface="Verdana"/>
              </a:defRPr>
            </a:lvl5pPr>
            <a:lvl6pPr lvl="5" algn="l" defTabSz="914400">
              <a:spcBef>
                <a:spcPts val="283"/>
              </a:spcBef>
              <a:buClr>
                <a:srgbClr val="000000"/>
              </a:buClr>
              <a:buSzPct val="45000"/>
              <a:buFont typeface="Wingdings" charset="2"/>
              <a:buChar char=""/>
              <a:tabLst>
                <a:tab pos="0" algn="l"/>
              </a:tabLst>
              <a:defRPr lang="en-US" sz="1090" b="0" u="none" strike="noStrike">
                <a:solidFill>
                  <a:schemeClr val="accent2"/>
                </a:solidFill>
                <a:effectLst/>
                <a:uFillTx/>
                <a:latin typeface="Verdana"/>
              </a:defRPr>
            </a:lvl6pPr>
            <a:lvl7pPr lvl="6" algn="l" defTabSz="914400">
              <a:spcBef>
                <a:spcPts val="283"/>
              </a:spcBef>
              <a:buClr>
                <a:srgbClr val="000000"/>
              </a:buClr>
              <a:buSzPct val="45000"/>
              <a:buFont typeface="Wingdings" charset="2"/>
              <a:buChar char=""/>
              <a:tabLst>
                <a:tab pos="0" algn="l"/>
              </a:tabLst>
              <a:defRPr lang="en-US" sz="1090" b="0" u="none" strike="noStrike">
                <a:solidFill>
                  <a:schemeClr val="accent2"/>
                </a:solidFill>
                <a:effectLst/>
                <a:uFillTx/>
                <a:latin typeface="Verdana"/>
              </a:defRPr>
            </a:lvl7pPr>
          </a:lstStyle>
          <a:p>
            <a:pPr indent="0" algn="l" defTabSz="914400">
              <a:tabLst>
                <a:tab pos="0" algn="l"/>
              </a:tabLst>
            </a:pPr>
            <a:r>
              <a:rPr lang="en-US" sz="1090" b="0" u="none" strike="noStrike">
                <a:solidFill>
                  <a:schemeClr val="accent2"/>
                </a:solidFill>
                <a:effectLst/>
                <a:uFillTx/>
                <a:latin typeface="Verdana"/>
              </a:rPr>
              <a:t>Click to edit the outline text format</a:t>
            </a:r>
            <a:endParaRPr lang="en-US" sz="1090" b="0" u="none" strike="noStrike">
              <a:solidFill>
                <a:schemeClr val="accent2"/>
              </a:solidFill>
              <a:effectLst/>
              <a:uFillTx/>
              <a:latin typeface="Verdana"/>
            </a:endParaRPr>
          </a:p>
          <a:p>
            <a:pPr marL="278640" lvl="1" indent="-324000" algn="l" defTabSz="914400">
              <a:buClr>
                <a:srgbClr val="000000"/>
              </a:buClr>
              <a:buSzPct val="75000"/>
              <a:buFont typeface="Symbol" charset="2"/>
              <a:buChar char=""/>
              <a:tabLst>
                <a:tab pos="0" algn="l"/>
              </a:tabLst>
            </a:pPr>
            <a:r>
              <a:rPr lang="en-US" sz="1090" b="0" u="none" strike="noStrike">
                <a:solidFill>
                  <a:schemeClr val="accent2"/>
                </a:solidFill>
                <a:effectLst/>
                <a:uFillTx/>
                <a:latin typeface="Verdana"/>
              </a:rPr>
              <a:t>Second Outline Level</a:t>
            </a:r>
            <a:endParaRPr lang="en-US" sz="1090" b="0" u="none" strike="noStrike">
              <a:solidFill>
                <a:schemeClr val="accent2"/>
              </a:solidFill>
              <a:effectLst/>
              <a:uFillTx/>
              <a:latin typeface="Verdana"/>
            </a:endParaRPr>
          </a:p>
          <a:p>
            <a:pPr marL="556920" lvl="2" indent="-288000" algn="l" defTabSz="914400">
              <a:buClr>
                <a:srgbClr val="000000"/>
              </a:buClr>
              <a:buSzPct val="45000"/>
              <a:buFont typeface="Wingdings" charset="2"/>
              <a:buChar char=""/>
              <a:tabLst>
                <a:tab pos="0" algn="l"/>
              </a:tabLst>
            </a:pPr>
            <a:r>
              <a:rPr lang="en-US" sz="1090" b="0" u="none" strike="noStrike">
                <a:solidFill>
                  <a:schemeClr val="accent2"/>
                </a:solidFill>
                <a:effectLst/>
                <a:uFillTx/>
                <a:latin typeface="Verdana"/>
              </a:rPr>
              <a:t>Third Outline Level</a:t>
            </a:r>
            <a:endParaRPr lang="en-US" sz="1090" b="0" u="none" strike="noStrike">
              <a:solidFill>
                <a:schemeClr val="accent2"/>
              </a:solidFill>
              <a:effectLst/>
              <a:uFillTx/>
              <a:latin typeface="Verdana"/>
            </a:endParaRPr>
          </a:p>
          <a:p>
            <a:pPr marL="835560" lvl="3" indent="-216000" algn="l" defTabSz="914400">
              <a:buClr>
                <a:srgbClr val="000000"/>
              </a:buClr>
              <a:buSzPct val="75000"/>
              <a:buFont typeface="Symbol" charset="2"/>
              <a:buChar char=""/>
              <a:tabLst>
                <a:tab pos="0" algn="l"/>
              </a:tabLst>
            </a:pPr>
            <a:r>
              <a:rPr lang="en-US" sz="1090" b="0" u="none" strike="noStrike">
                <a:solidFill>
                  <a:schemeClr val="accent2"/>
                </a:solidFill>
                <a:effectLst/>
                <a:uFillTx/>
                <a:latin typeface="Verdana"/>
              </a:rPr>
              <a:t>Fourth Outline Level</a:t>
            </a:r>
            <a:endParaRPr lang="en-US" sz="1090" b="0" u="none" strike="noStrike">
              <a:solidFill>
                <a:schemeClr val="accent2"/>
              </a:solidFill>
              <a:effectLst/>
              <a:uFillTx/>
              <a:latin typeface="Verdana"/>
            </a:endParaRPr>
          </a:p>
          <a:p>
            <a:pPr marL="1114200" lvl="4" indent="-216000" algn="l" defTabSz="914400">
              <a:buClr>
                <a:srgbClr val="000000"/>
              </a:buClr>
              <a:buSzPct val="45000"/>
              <a:buFont typeface="Wingdings" charset="2"/>
              <a:buChar char=""/>
              <a:tabLst>
                <a:tab pos="0" algn="l"/>
              </a:tabLst>
            </a:pPr>
            <a:r>
              <a:rPr lang="en-US" sz="1090" b="0" u="none" strike="noStrike">
                <a:solidFill>
                  <a:schemeClr val="accent2"/>
                </a:solidFill>
                <a:effectLst/>
                <a:uFillTx/>
                <a:latin typeface="Verdana"/>
              </a:rPr>
              <a:t>Fifth Outline Level</a:t>
            </a:r>
            <a:endParaRPr lang="en-US" sz="1090" b="0" u="none" strike="noStrike">
              <a:solidFill>
                <a:schemeClr val="accent2"/>
              </a:solidFill>
              <a:effectLst/>
              <a:uFillTx/>
              <a:latin typeface="Verdana"/>
            </a:endParaRPr>
          </a:p>
          <a:p>
            <a:pPr marL="1392480" lvl="5" indent="-216000" algn="l" defTabSz="914400">
              <a:spcBef>
                <a:spcPts val="283"/>
              </a:spcBef>
              <a:buClr>
                <a:srgbClr val="000000"/>
              </a:buClr>
              <a:buSzPct val="45000"/>
              <a:buFont typeface="Wingdings" charset="2"/>
              <a:buChar char=""/>
              <a:tabLst>
                <a:tab pos="0" algn="l"/>
              </a:tabLst>
            </a:pPr>
            <a:r>
              <a:rPr lang="en-US" sz="1090" b="0" u="none" strike="noStrike">
                <a:solidFill>
                  <a:schemeClr val="accent2"/>
                </a:solidFill>
                <a:effectLst/>
                <a:uFillTx/>
                <a:latin typeface="Verdana"/>
              </a:rPr>
              <a:t>Sixth Outline Level</a:t>
            </a:r>
            <a:endParaRPr lang="en-US" sz="1090" b="0" u="none" strike="noStrike">
              <a:solidFill>
                <a:schemeClr val="accent2"/>
              </a:solidFill>
              <a:effectLst/>
              <a:uFillTx/>
              <a:latin typeface="Verdana"/>
            </a:endParaRPr>
          </a:p>
          <a:p>
            <a:pPr marL="1671120" lvl="6" indent="-216000" algn="l" defTabSz="914400">
              <a:spcBef>
                <a:spcPts val="283"/>
              </a:spcBef>
              <a:buClr>
                <a:srgbClr val="000000"/>
              </a:buClr>
              <a:buSzPct val="45000"/>
              <a:buFont typeface="Wingdings" charset="2"/>
              <a:buChar char=""/>
              <a:tabLst>
                <a:tab pos="0" algn="l"/>
              </a:tabLst>
            </a:pPr>
            <a:r>
              <a:rPr lang="en-US" sz="1090" b="0" u="none" strike="noStrike">
                <a:solidFill>
                  <a:schemeClr val="accent2"/>
                </a:solidFill>
                <a:effectLst/>
                <a:uFillTx/>
                <a:latin typeface="Verdana"/>
              </a:rPr>
              <a:t>Seventh Outline Level</a:t>
            </a:r>
            <a:endParaRPr lang="en-US" sz="1090" b="0" u="none" strike="noStrike">
              <a:solidFill>
                <a:schemeClr val="accent2"/>
              </a:solidFill>
              <a:effectLst/>
              <a:uFillTx/>
              <a:latin typeface="Verdana"/>
            </a:endParaRPr>
          </a:p>
        </p:txBody>
      </p:sp>
      <p:pic>
        <p:nvPicPr>
          <p:cNvPr id="69" name="Picture 6"/>
          <p:cNvPicPr/>
          <p:nvPr/>
        </p:nvPicPr>
        <p:blipFill>
          <a:blip r:embed="rId2"/>
          <a:srcRect l="0" t="82594" r="0" b="4884"/>
          <a:stretch/>
        </p:blipFill>
        <p:spPr>
          <a:xfrm>
            <a:off x="0" y="0"/>
            <a:ext cx="9905760" cy="553680"/>
          </a:xfrm>
          <a:prstGeom prst="rect">
            <a:avLst/>
          </a:prstGeom>
          <a:noFill/>
          <a:ln w="0">
            <a:noFill/>
          </a:ln>
        </p:spPr>
      </p:pic>
      <p:sp>
        <p:nvSpPr>
          <p:cNvPr id="70" name="Rectangle 8"/>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71" name="Graphic 10"/>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72" name="PlaceHolder 5"/>
          <p:cNvSpPr>
            <a:spLocks noGrp="1"/>
          </p:cNvSpPr>
          <p:nvPr>
            <p:ph type="ftr" idx="11"/>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73" name="PlaceHolder 6"/>
          <p:cNvSpPr>
            <a:spLocks noGrp="1"/>
          </p:cNvSpPr>
          <p:nvPr>
            <p:ph type="sldNum" idx="12"/>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FF50CBC7-F095-4B45-9BEE-E1CCC3C6EFB8}"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74" name="PlaceHolder 7"/>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2_Custom Layout">
    <p:bg>
      <p:bgPr>
        <a:solidFill>
          <a:schemeClr val="lt1"/>
        </a:solidFill>
      </p:bgPr>
    </p:bg>
    <p:spTree>
      <p:nvGrpSpPr>
        <p:cNvPr id="1" name=""/>
        <p:cNvGrpSpPr/>
        <p:nvPr/>
      </p:nvGrpSpPr>
      <p:grpSpPr>
        <a:xfrm>
          <a:off x="0" y="0"/>
          <a:ext cx="0" cy="0"/>
          <a:chOff x="0" y="0"/>
          <a:chExt cx="0" cy="0"/>
        </a:xfrm>
      </p:grpSpPr>
      <p:sp>
        <p:nvSpPr>
          <p:cNvPr id="85" name="PlaceHolder 1"/>
          <p:cNvSpPr>
            <a:spLocks noGrp="1"/>
          </p:cNvSpPr>
          <p:nvPr>
            <p:ph type="body"/>
          </p:nvPr>
        </p:nvSpPr>
        <p:spPr>
          <a:xfrm>
            <a:off x="452880" y="1803600"/>
            <a:ext cx="4435920" cy="46054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70" b="0" u="none" strike="noStrike">
                <a:solidFill>
                  <a:schemeClr val="accent2"/>
                </a:solidFill>
                <a:effectLst/>
                <a:uFillTx/>
                <a:latin typeface="Verdana"/>
                <a:ea typeface="Verdana"/>
              </a:defRPr>
            </a:lvl1pPr>
            <a:lvl2pPr indent="0" algn="l" defTabSz="914400">
              <a:lnSpc>
                <a:spcPct val="100000"/>
              </a:lnSpc>
              <a:buNone/>
              <a:tabLst>
                <a:tab pos="0" algn="l"/>
              </a:tabLst>
              <a:defRPr lang="en-US" sz="900" b="0" u="none" strike="noStrike">
                <a:solidFill>
                  <a:schemeClr val="accent2"/>
                </a:solidFill>
                <a:effectLst/>
                <a:uFillTx/>
                <a:latin typeface="Verdana"/>
                <a:ea typeface="Verdana"/>
              </a:defRPr>
            </a:lvl2pPr>
            <a:lvl3pPr indent="0" algn="l" defTabSz="914400">
              <a:lnSpc>
                <a:spcPct val="100000"/>
              </a:lnSpc>
              <a:buNone/>
              <a:tabLst>
                <a:tab pos="0" algn="l"/>
              </a:tabLst>
              <a:defRPr lang="en-US" sz="900" b="0" u="none" strike="noStrike">
                <a:solidFill>
                  <a:schemeClr val="accent2"/>
                </a:solidFill>
                <a:effectLst/>
                <a:uFillTx/>
                <a:latin typeface="Verdana"/>
                <a:ea typeface="Verdana"/>
              </a:defRPr>
            </a:lvl3pPr>
            <a:lvl4pPr indent="0" algn="l" defTabSz="914400">
              <a:lnSpc>
                <a:spcPct val="100000"/>
              </a:lnSpc>
              <a:buNone/>
              <a:tabLst>
                <a:tab pos="0" algn="l"/>
              </a:tabLst>
              <a:defRPr lang="en-US" sz="900" b="0" u="none" strike="noStrike">
                <a:solidFill>
                  <a:schemeClr val="accent2"/>
                </a:solidFill>
                <a:effectLst/>
                <a:uFillTx/>
                <a:latin typeface="Verdana"/>
                <a:ea typeface="Verdana"/>
              </a:defRPr>
            </a:lvl4pPr>
            <a:lvl5pPr indent="0" algn="l" defTabSz="91440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914400">
              <a:lnSpc>
                <a:spcPct val="100000"/>
              </a:lnSpc>
              <a:buNone/>
              <a:tabLst>
                <a:tab pos="0" algn="l"/>
              </a:tabLst>
            </a:pPr>
            <a:r>
              <a:rPr lang="en-US" sz="970" b="0" u="none" strike="noStrike">
                <a:solidFill>
                  <a:schemeClr val="accent2"/>
                </a:solidFill>
                <a:effectLst/>
                <a:uFillTx/>
                <a:latin typeface="Verdana"/>
                <a:ea typeface="Verdana"/>
              </a:rPr>
              <a:t>Click to edit Master text styles</a:t>
            </a:r>
            <a:endParaRPr lang="en-US" sz="970" b="1" u="none" strike="noStrike">
              <a:solidFill>
                <a:schemeClr val="accent1"/>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1" u="none" strike="noStrike">
              <a:solidFill>
                <a:schemeClr val="accent1"/>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1" u="none" strike="noStrike">
              <a:solidFill>
                <a:schemeClr val="accent1"/>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1" u="none" strike="noStrike">
              <a:solidFill>
                <a:schemeClr val="accent1"/>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1" u="none" strike="noStrike">
              <a:solidFill>
                <a:schemeClr val="accent1"/>
              </a:solidFill>
              <a:effectLst/>
              <a:uFillTx/>
              <a:latin typeface="Verdana"/>
            </a:endParaRPr>
          </a:p>
        </p:txBody>
      </p:sp>
      <p:sp>
        <p:nvSpPr>
          <p:cNvPr id="86" name="PlaceHolder 2"/>
          <p:cNvSpPr>
            <a:spLocks noGrp="1"/>
          </p:cNvSpPr>
          <p:nvPr>
            <p:ph type="body"/>
          </p:nvPr>
        </p:nvSpPr>
        <p:spPr>
          <a:xfrm>
            <a:off x="5017680" y="1803600"/>
            <a:ext cx="4435200" cy="4605480"/>
          </a:xfrm>
          <a:prstGeom prst="rect">
            <a:avLst/>
          </a:prstGeom>
          <a:solidFill>
            <a:schemeClr val="lt1">
              <a:lumMod val="95000"/>
            </a:schemeClr>
          </a:solidFill>
          <a:ln w="0">
            <a:noFill/>
          </a:ln>
        </p:spPr>
        <p:txBody>
          <a:bodyPr lIns="90000" tIns="45000" rIns="90000" bIns="45000" anchor="t">
            <a:noAutofit/>
          </a:bodyPr>
          <a:lstStyle>
            <a:lvl1pPr algn="l" defTabSz="914400">
              <a:buClr>
                <a:srgbClr val="000000"/>
              </a:buClr>
              <a:buFont typeface="Verdana"/>
              <a:buChar char="●"/>
              <a:tabLst>
                <a:tab pos="0" algn="l"/>
              </a:tabLst>
              <a:defRPr lang="en-US" sz="1090" b="1" u="none" strike="noStrike">
                <a:solidFill>
                  <a:schemeClr val="accent1"/>
                </a:solidFill>
                <a:effectLst/>
                <a:uFillTx/>
                <a:latin typeface="Verdana"/>
              </a:defRPr>
            </a:lvl1pPr>
            <a:lvl2pPr lvl="1" algn="l" defTabSz="914400">
              <a:buClr>
                <a:srgbClr val="000000"/>
              </a:buClr>
              <a:buSzPct val="75000"/>
              <a:buFont typeface="Symbol" charset="2"/>
              <a:buChar char=""/>
              <a:tabLst>
                <a:tab pos="0" algn="l"/>
              </a:tabLst>
              <a:defRPr lang="en-US" sz="1090" b="0" u="none" strike="noStrike">
                <a:solidFill>
                  <a:schemeClr val="accent2"/>
                </a:solidFill>
                <a:effectLst/>
                <a:uFillTx/>
                <a:latin typeface="Verdana"/>
              </a:defRPr>
            </a:lvl2pPr>
            <a:lvl3pPr lvl="2" algn="l" defTabSz="914400">
              <a:buClr>
                <a:srgbClr val="000000"/>
              </a:buClr>
              <a:buSzPct val="45000"/>
              <a:buFont typeface="Wingdings" charset="2"/>
              <a:buChar char=""/>
              <a:tabLst>
                <a:tab pos="0" algn="l"/>
              </a:tabLst>
              <a:defRPr lang="en-US" sz="1090" b="0" u="none" strike="noStrike">
                <a:solidFill>
                  <a:schemeClr val="accent2"/>
                </a:solidFill>
                <a:effectLst/>
                <a:uFillTx/>
                <a:latin typeface="Verdana"/>
              </a:defRPr>
            </a:lvl3pPr>
            <a:lvl4pPr lvl="3" algn="l" defTabSz="914400">
              <a:buClr>
                <a:srgbClr val="000000"/>
              </a:buClr>
              <a:buSzPct val="75000"/>
              <a:buFont typeface="Symbol" charset="2"/>
              <a:buChar char=""/>
              <a:tabLst>
                <a:tab pos="0" algn="l"/>
              </a:tabLst>
              <a:defRPr lang="en-US" sz="1090" b="0" u="none" strike="noStrike">
                <a:solidFill>
                  <a:schemeClr val="accent2"/>
                </a:solidFill>
                <a:effectLst/>
                <a:uFillTx/>
                <a:latin typeface="Verdana"/>
              </a:defRPr>
            </a:lvl4pPr>
            <a:lvl5pPr lvl="4" algn="l" defTabSz="914400">
              <a:buClr>
                <a:srgbClr val="000000"/>
              </a:buClr>
              <a:buSzPct val="45000"/>
              <a:buFont typeface="Wingdings" charset="2"/>
              <a:buChar char=""/>
              <a:tabLst>
                <a:tab pos="0" algn="l"/>
              </a:tabLst>
              <a:defRPr lang="en-US" sz="1090" b="0" u="none" strike="noStrike">
                <a:solidFill>
                  <a:schemeClr val="accent2"/>
                </a:solidFill>
                <a:effectLst/>
                <a:uFillTx/>
                <a:latin typeface="Verdana"/>
              </a:defRPr>
            </a:lvl5pPr>
            <a:lvl6pPr lvl="5" algn="l" defTabSz="914400">
              <a:spcBef>
                <a:spcPts val="283"/>
              </a:spcBef>
              <a:buClr>
                <a:srgbClr val="000000"/>
              </a:buClr>
              <a:buSzPct val="45000"/>
              <a:buFont typeface="Wingdings" charset="2"/>
              <a:buChar char=""/>
              <a:tabLst>
                <a:tab pos="0" algn="l"/>
              </a:tabLst>
              <a:defRPr lang="en-US" sz="1090" b="0" u="none" strike="noStrike">
                <a:solidFill>
                  <a:schemeClr val="accent2"/>
                </a:solidFill>
                <a:effectLst/>
                <a:uFillTx/>
                <a:latin typeface="Verdana"/>
              </a:defRPr>
            </a:lvl6pPr>
            <a:lvl7pPr lvl="6" algn="l" defTabSz="914400">
              <a:spcBef>
                <a:spcPts val="283"/>
              </a:spcBef>
              <a:buClr>
                <a:srgbClr val="000000"/>
              </a:buClr>
              <a:buSzPct val="45000"/>
              <a:buFont typeface="Wingdings" charset="2"/>
              <a:buChar char=""/>
              <a:tabLst>
                <a:tab pos="0" algn="l"/>
              </a:tabLst>
              <a:defRPr lang="en-US" sz="1090" b="0" u="none" strike="noStrike">
                <a:solidFill>
                  <a:schemeClr val="accent2"/>
                </a:solidFill>
                <a:effectLst/>
                <a:uFillTx/>
                <a:latin typeface="Verdana"/>
              </a:defRPr>
            </a:lvl7pPr>
          </a:lstStyle>
          <a:p>
            <a:pPr indent="-324000" algn="l" defTabSz="914400">
              <a:buClr>
                <a:srgbClr val="000000"/>
              </a:buClr>
              <a:buFont typeface="Verdana"/>
              <a:buChar char="●"/>
              <a:tabLst>
                <a:tab pos="0" algn="l"/>
              </a:tabLst>
            </a:pPr>
            <a:r>
              <a:rPr lang="en-US" sz="1090" b="1" u="none" strike="noStrike">
                <a:solidFill>
                  <a:schemeClr val="accent1"/>
                </a:solidFill>
                <a:effectLst/>
                <a:uFillTx/>
                <a:latin typeface="Verdana"/>
              </a:rPr>
              <a:t>Click to edit the outline text format</a:t>
            </a:r>
            <a:endParaRPr lang="en-US" sz="1090" b="1" u="none" strike="noStrike">
              <a:solidFill>
                <a:schemeClr val="accent1"/>
              </a:solidFill>
              <a:effectLst/>
              <a:uFillTx/>
              <a:latin typeface="Verdana"/>
            </a:endParaRPr>
          </a:p>
          <a:p>
            <a:pPr marL="278640" lvl="1" indent="-324000" algn="l" defTabSz="914400">
              <a:buClr>
                <a:srgbClr val="000000"/>
              </a:buClr>
              <a:buSzPct val="75000"/>
              <a:buFont typeface="Symbol" charset="2"/>
              <a:buChar char=""/>
              <a:tabLst>
                <a:tab pos="0" algn="l"/>
              </a:tabLst>
            </a:pPr>
            <a:r>
              <a:rPr lang="en-US" sz="1090" b="0" u="none" strike="noStrike">
                <a:solidFill>
                  <a:schemeClr val="accent2"/>
                </a:solidFill>
                <a:effectLst/>
                <a:uFillTx/>
                <a:latin typeface="Verdana"/>
              </a:rPr>
              <a:t>Second Outline Level</a:t>
            </a:r>
            <a:endParaRPr lang="en-US" sz="1090" b="0" u="none" strike="noStrike">
              <a:solidFill>
                <a:schemeClr val="accent2"/>
              </a:solidFill>
              <a:effectLst/>
              <a:uFillTx/>
              <a:latin typeface="Verdana"/>
            </a:endParaRPr>
          </a:p>
          <a:p>
            <a:pPr marL="556920" lvl="2" indent="-288000" algn="l" defTabSz="914400">
              <a:buClr>
                <a:srgbClr val="000000"/>
              </a:buClr>
              <a:buSzPct val="45000"/>
              <a:buFont typeface="Wingdings" charset="2"/>
              <a:buChar char=""/>
              <a:tabLst>
                <a:tab pos="0" algn="l"/>
              </a:tabLst>
            </a:pPr>
            <a:r>
              <a:rPr lang="en-US" sz="1090" b="0" u="none" strike="noStrike">
                <a:solidFill>
                  <a:schemeClr val="accent2"/>
                </a:solidFill>
                <a:effectLst/>
                <a:uFillTx/>
                <a:latin typeface="Verdana"/>
              </a:rPr>
              <a:t>Third Outline Level</a:t>
            </a:r>
            <a:endParaRPr lang="en-US" sz="1090" b="0" u="none" strike="noStrike">
              <a:solidFill>
                <a:schemeClr val="accent2"/>
              </a:solidFill>
              <a:effectLst/>
              <a:uFillTx/>
              <a:latin typeface="Verdana"/>
            </a:endParaRPr>
          </a:p>
          <a:p>
            <a:pPr marL="835560" lvl="3" indent="-216000" algn="l" defTabSz="914400">
              <a:buClr>
                <a:srgbClr val="000000"/>
              </a:buClr>
              <a:buSzPct val="75000"/>
              <a:buFont typeface="Symbol" charset="2"/>
              <a:buChar char=""/>
              <a:tabLst>
                <a:tab pos="0" algn="l"/>
              </a:tabLst>
            </a:pPr>
            <a:r>
              <a:rPr lang="en-US" sz="1090" b="0" u="none" strike="noStrike">
                <a:solidFill>
                  <a:schemeClr val="accent2"/>
                </a:solidFill>
                <a:effectLst/>
                <a:uFillTx/>
                <a:latin typeface="Verdana"/>
              </a:rPr>
              <a:t>Fourth Outline Level</a:t>
            </a:r>
            <a:endParaRPr lang="en-US" sz="1090" b="0" u="none" strike="noStrike">
              <a:solidFill>
                <a:schemeClr val="accent2"/>
              </a:solidFill>
              <a:effectLst/>
              <a:uFillTx/>
              <a:latin typeface="Verdana"/>
            </a:endParaRPr>
          </a:p>
          <a:p>
            <a:pPr marL="1114200" lvl="4" indent="-216000" algn="l" defTabSz="914400">
              <a:buClr>
                <a:srgbClr val="000000"/>
              </a:buClr>
              <a:buSzPct val="45000"/>
              <a:buFont typeface="Wingdings" charset="2"/>
              <a:buChar char=""/>
              <a:tabLst>
                <a:tab pos="0" algn="l"/>
              </a:tabLst>
            </a:pPr>
            <a:r>
              <a:rPr lang="en-US" sz="1090" b="0" u="none" strike="noStrike">
                <a:solidFill>
                  <a:schemeClr val="accent2"/>
                </a:solidFill>
                <a:effectLst/>
                <a:uFillTx/>
                <a:latin typeface="Verdana"/>
              </a:rPr>
              <a:t>Fifth Outline Level</a:t>
            </a:r>
            <a:endParaRPr lang="en-US" sz="1090" b="0" u="none" strike="noStrike">
              <a:solidFill>
                <a:schemeClr val="accent2"/>
              </a:solidFill>
              <a:effectLst/>
              <a:uFillTx/>
              <a:latin typeface="Verdana"/>
            </a:endParaRPr>
          </a:p>
          <a:p>
            <a:pPr marL="1392480" lvl="5" indent="-216000" algn="l" defTabSz="914400">
              <a:spcBef>
                <a:spcPts val="283"/>
              </a:spcBef>
              <a:buClr>
                <a:srgbClr val="000000"/>
              </a:buClr>
              <a:buSzPct val="45000"/>
              <a:buFont typeface="Wingdings" charset="2"/>
              <a:buChar char=""/>
              <a:tabLst>
                <a:tab pos="0" algn="l"/>
              </a:tabLst>
            </a:pPr>
            <a:r>
              <a:rPr lang="en-US" sz="1090" b="0" u="none" strike="noStrike">
                <a:solidFill>
                  <a:schemeClr val="accent2"/>
                </a:solidFill>
                <a:effectLst/>
                <a:uFillTx/>
                <a:latin typeface="Verdana"/>
              </a:rPr>
              <a:t>Sixth Outline Level</a:t>
            </a:r>
            <a:endParaRPr lang="en-US" sz="1090" b="0" u="none" strike="noStrike">
              <a:solidFill>
                <a:schemeClr val="accent2"/>
              </a:solidFill>
              <a:effectLst/>
              <a:uFillTx/>
              <a:latin typeface="Verdana"/>
            </a:endParaRPr>
          </a:p>
          <a:p>
            <a:pPr marL="1671120" lvl="6" indent="-216000" algn="l" defTabSz="914400">
              <a:spcBef>
                <a:spcPts val="283"/>
              </a:spcBef>
              <a:buClr>
                <a:srgbClr val="000000"/>
              </a:buClr>
              <a:buSzPct val="45000"/>
              <a:buFont typeface="Wingdings" charset="2"/>
              <a:buChar char=""/>
              <a:tabLst>
                <a:tab pos="0" algn="l"/>
              </a:tabLst>
            </a:pPr>
            <a:r>
              <a:rPr lang="en-US" sz="1090" b="0" u="none" strike="noStrike">
                <a:solidFill>
                  <a:schemeClr val="accent2"/>
                </a:solidFill>
                <a:effectLst/>
                <a:uFillTx/>
                <a:latin typeface="Verdana"/>
              </a:rPr>
              <a:t>Seventh Outline Level</a:t>
            </a:r>
            <a:endParaRPr lang="en-US" sz="1090" b="0" u="none" strike="noStrike">
              <a:solidFill>
                <a:schemeClr val="accent2"/>
              </a:solidFill>
              <a:effectLst/>
              <a:uFillTx/>
              <a:latin typeface="Verdana"/>
            </a:endParaRPr>
          </a:p>
        </p:txBody>
      </p:sp>
      <p:sp>
        <p:nvSpPr>
          <p:cNvPr id="87" name="PlaceHolder 3"/>
          <p:cNvSpPr>
            <a:spLocks noGrp="1"/>
          </p:cNvSpPr>
          <p:nvPr>
            <p:ph type="body" hasCustomPrompt="1"/>
          </p:nvPr>
        </p:nvSpPr>
        <p:spPr>
          <a:xfrm>
            <a:off x="452880" y="738720"/>
            <a:ext cx="9001080" cy="54000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2200" b="0"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2200" b="0" u="none" strike="noStrike">
                <a:solidFill>
                  <a:schemeClr val="accent1"/>
                </a:solidFill>
                <a:effectLst/>
                <a:uFillTx/>
                <a:latin typeface="Verdana"/>
                <a:ea typeface="Verdana"/>
              </a:rPr>
              <a:t>SECTION TITLE</a:t>
            </a:r>
            <a:endParaRPr lang="en-US" sz="2200" b="1" u="none" strike="noStrike">
              <a:solidFill>
                <a:schemeClr val="accent1"/>
              </a:solidFill>
              <a:effectLst/>
              <a:uFillTx/>
              <a:latin typeface="Verdana"/>
            </a:endParaRPr>
          </a:p>
        </p:txBody>
      </p:sp>
      <p:sp>
        <p:nvSpPr>
          <p:cNvPr id="88" name="PlaceHolder 4"/>
          <p:cNvSpPr>
            <a:spLocks noGrp="1"/>
          </p:cNvSpPr>
          <p:nvPr>
            <p:ph type="body" hasCustomPrompt="1"/>
          </p:nvPr>
        </p:nvSpPr>
        <p:spPr>
          <a:xfrm>
            <a:off x="452880" y="1461960"/>
            <a:ext cx="9000000" cy="24732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1800" b="1"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1800" b="1" u="none" strike="noStrike">
                <a:solidFill>
                  <a:schemeClr val="accent1"/>
                </a:solidFill>
                <a:effectLst/>
                <a:uFillTx/>
                <a:latin typeface="Verdana"/>
                <a:ea typeface="Verdana"/>
              </a:rPr>
              <a:t>HEADING 1</a:t>
            </a:r>
            <a:endParaRPr lang="en-US" sz="1800" b="1" u="none" strike="noStrike">
              <a:solidFill>
                <a:schemeClr val="accent1"/>
              </a:solidFill>
              <a:effectLst/>
              <a:uFillTx/>
              <a:latin typeface="Verdana"/>
            </a:endParaRPr>
          </a:p>
        </p:txBody>
      </p:sp>
      <p:pic>
        <p:nvPicPr>
          <p:cNvPr id="89" name="Picture 2"/>
          <p:cNvPicPr/>
          <p:nvPr/>
        </p:nvPicPr>
        <p:blipFill>
          <a:blip r:embed="rId2"/>
          <a:srcRect l="0" t="82594" r="0" b="4884"/>
          <a:stretch/>
        </p:blipFill>
        <p:spPr>
          <a:xfrm>
            <a:off x="0" y="0"/>
            <a:ext cx="9905760" cy="553680"/>
          </a:xfrm>
          <a:prstGeom prst="rect">
            <a:avLst/>
          </a:prstGeom>
          <a:noFill/>
          <a:ln w="0">
            <a:noFill/>
          </a:ln>
        </p:spPr>
      </p:pic>
      <p:sp>
        <p:nvSpPr>
          <p:cNvPr id="90" name="Rectangle 6"/>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91" name="Graphic 10"/>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92" name="PlaceHolder 5"/>
          <p:cNvSpPr>
            <a:spLocks noGrp="1"/>
          </p:cNvSpPr>
          <p:nvPr>
            <p:ph type="ftr" idx="15"/>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93" name="PlaceHolder 6"/>
          <p:cNvSpPr>
            <a:spLocks noGrp="1"/>
          </p:cNvSpPr>
          <p:nvPr>
            <p:ph type="sldNum" idx="16"/>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EDCF4F9C-B3EF-4D89-B40F-786C0AB2B1C7}"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94" name="PlaceHolder 7"/>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3_Custom Layout">
    <p:bg>
      <p:bgPr>
        <a:solidFill>
          <a:schemeClr val="lt1"/>
        </a:solidFill>
      </p:bgPr>
    </p:bg>
    <p:spTree>
      <p:nvGrpSpPr>
        <p:cNvPr id="1" name=""/>
        <p:cNvGrpSpPr/>
        <p:nvPr/>
      </p:nvGrpSpPr>
      <p:grpSpPr>
        <a:xfrm>
          <a:off x="0" y="0"/>
          <a:ext cx="0" cy="0"/>
          <a:chOff x="0" y="0"/>
          <a:chExt cx="0" cy="0"/>
        </a:xfrm>
      </p:grpSpPr>
      <p:sp>
        <p:nvSpPr>
          <p:cNvPr id="95" name="PlaceHolder 1"/>
          <p:cNvSpPr>
            <a:spLocks noGrp="1"/>
          </p:cNvSpPr>
          <p:nvPr>
            <p:ph type="body"/>
          </p:nvPr>
        </p:nvSpPr>
        <p:spPr>
          <a:xfrm>
            <a:off x="5018040" y="1793520"/>
            <a:ext cx="4434840" cy="46155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70" b="0" u="none" strike="noStrike">
                <a:solidFill>
                  <a:schemeClr val="accent2"/>
                </a:solidFill>
                <a:effectLst/>
                <a:uFillTx/>
                <a:latin typeface="Verdana"/>
                <a:ea typeface="Verdana"/>
              </a:defRPr>
            </a:lvl1pPr>
            <a:lvl2pPr indent="0" algn="l" defTabSz="914400">
              <a:lnSpc>
                <a:spcPct val="100000"/>
              </a:lnSpc>
              <a:buNone/>
              <a:tabLst>
                <a:tab pos="0" algn="l"/>
              </a:tabLst>
              <a:defRPr lang="en-US" sz="900" b="0" u="none" strike="noStrike">
                <a:solidFill>
                  <a:schemeClr val="accent2"/>
                </a:solidFill>
                <a:effectLst/>
                <a:uFillTx/>
                <a:latin typeface="Verdana"/>
                <a:ea typeface="Verdana"/>
              </a:defRPr>
            </a:lvl2pPr>
            <a:lvl3pPr indent="0" algn="l" defTabSz="914400">
              <a:lnSpc>
                <a:spcPct val="100000"/>
              </a:lnSpc>
              <a:buNone/>
              <a:tabLst>
                <a:tab pos="0" algn="l"/>
              </a:tabLst>
              <a:defRPr lang="en-US" sz="900" b="0" u="none" strike="noStrike">
                <a:solidFill>
                  <a:schemeClr val="accent2"/>
                </a:solidFill>
                <a:effectLst/>
                <a:uFillTx/>
                <a:latin typeface="Verdana"/>
                <a:ea typeface="Verdana"/>
              </a:defRPr>
            </a:lvl3pPr>
            <a:lvl4pPr indent="0" algn="l" defTabSz="914400">
              <a:lnSpc>
                <a:spcPct val="100000"/>
              </a:lnSpc>
              <a:buNone/>
              <a:tabLst>
                <a:tab pos="0" algn="l"/>
              </a:tabLst>
              <a:defRPr lang="en-US" sz="900" b="0" u="none" strike="noStrike">
                <a:solidFill>
                  <a:schemeClr val="accent2"/>
                </a:solidFill>
                <a:effectLst/>
                <a:uFillTx/>
                <a:latin typeface="Verdana"/>
                <a:ea typeface="Verdana"/>
              </a:defRPr>
            </a:lvl4pPr>
            <a:lvl5pPr indent="0" algn="l" defTabSz="91440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914400">
              <a:lnSpc>
                <a:spcPct val="100000"/>
              </a:lnSpc>
              <a:buNone/>
              <a:tabLst>
                <a:tab pos="0" algn="l"/>
              </a:tabLst>
            </a:pPr>
            <a:r>
              <a:rPr lang="en-US" sz="970" b="0" u="none" strike="noStrike">
                <a:solidFill>
                  <a:schemeClr val="accent2"/>
                </a:solidFill>
                <a:effectLst/>
                <a:uFillTx/>
                <a:latin typeface="Verdana"/>
                <a:ea typeface="Verdana"/>
              </a:rPr>
              <a:t>Click to edit Master text styles</a:t>
            </a:r>
            <a:endParaRPr lang="en-US" sz="970" b="1" u="none" strike="noStrike">
              <a:solidFill>
                <a:schemeClr val="accent1"/>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1" u="none" strike="noStrike">
              <a:solidFill>
                <a:schemeClr val="accent1"/>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1" u="none" strike="noStrike">
              <a:solidFill>
                <a:schemeClr val="accent1"/>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1" u="none" strike="noStrike">
              <a:solidFill>
                <a:schemeClr val="accent1"/>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1" u="none" strike="noStrike">
              <a:solidFill>
                <a:schemeClr val="accent1"/>
              </a:solidFill>
              <a:effectLst/>
              <a:uFillTx/>
              <a:latin typeface="Verdana"/>
            </a:endParaRPr>
          </a:p>
        </p:txBody>
      </p:sp>
      <p:sp>
        <p:nvSpPr>
          <p:cNvPr id="96" name="PlaceHolder 2"/>
          <p:cNvSpPr>
            <a:spLocks noGrp="1"/>
          </p:cNvSpPr>
          <p:nvPr>
            <p:ph type="body"/>
          </p:nvPr>
        </p:nvSpPr>
        <p:spPr>
          <a:xfrm>
            <a:off x="452880" y="1793520"/>
            <a:ext cx="4436280" cy="4615560"/>
          </a:xfrm>
          <a:prstGeom prst="rect">
            <a:avLst/>
          </a:prstGeom>
          <a:solidFill>
            <a:schemeClr val="lt1">
              <a:lumMod val="95000"/>
            </a:schemeClr>
          </a:solidFill>
          <a:ln w="0">
            <a:noFill/>
          </a:ln>
        </p:spPr>
        <p:txBody>
          <a:bodyPr lIns="90000" tIns="45000" rIns="90000" bIns="45000" anchor="t">
            <a:noAutofit/>
          </a:bodyPr>
          <a:lstStyle>
            <a:lvl1pPr algn="l" defTabSz="914400">
              <a:buClr>
                <a:srgbClr val="000000"/>
              </a:buClr>
              <a:buFont typeface="Verdana"/>
              <a:buChar char="●"/>
              <a:tabLst>
                <a:tab pos="0" algn="l"/>
              </a:tabLst>
              <a:defRPr lang="en-US" sz="1090" b="1" u="none" strike="noStrike">
                <a:solidFill>
                  <a:schemeClr val="accent1"/>
                </a:solidFill>
                <a:effectLst/>
                <a:uFillTx/>
                <a:latin typeface="Verdana"/>
              </a:defRPr>
            </a:lvl1pPr>
            <a:lvl2pPr lvl="1" algn="l" defTabSz="914400">
              <a:buClr>
                <a:srgbClr val="000000"/>
              </a:buClr>
              <a:buSzPct val="75000"/>
              <a:buFont typeface="Symbol" charset="2"/>
              <a:buChar char=""/>
              <a:tabLst>
                <a:tab pos="0" algn="l"/>
              </a:tabLst>
              <a:defRPr lang="en-US" sz="1090" b="0" u="none" strike="noStrike">
                <a:solidFill>
                  <a:schemeClr val="accent2"/>
                </a:solidFill>
                <a:effectLst/>
                <a:uFillTx/>
                <a:latin typeface="Verdana"/>
              </a:defRPr>
            </a:lvl2pPr>
            <a:lvl3pPr lvl="2" algn="l" defTabSz="914400">
              <a:buClr>
                <a:srgbClr val="000000"/>
              </a:buClr>
              <a:buSzPct val="45000"/>
              <a:buFont typeface="Wingdings" charset="2"/>
              <a:buChar char=""/>
              <a:tabLst>
                <a:tab pos="0" algn="l"/>
              </a:tabLst>
              <a:defRPr lang="en-US" sz="1090" b="0" u="none" strike="noStrike">
                <a:solidFill>
                  <a:schemeClr val="accent2"/>
                </a:solidFill>
                <a:effectLst/>
                <a:uFillTx/>
                <a:latin typeface="Verdana"/>
              </a:defRPr>
            </a:lvl3pPr>
            <a:lvl4pPr lvl="3" algn="l" defTabSz="914400">
              <a:buClr>
                <a:srgbClr val="000000"/>
              </a:buClr>
              <a:buSzPct val="75000"/>
              <a:buFont typeface="Symbol" charset="2"/>
              <a:buChar char=""/>
              <a:tabLst>
                <a:tab pos="0" algn="l"/>
              </a:tabLst>
              <a:defRPr lang="en-US" sz="1090" b="0" u="none" strike="noStrike">
                <a:solidFill>
                  <a:schemeClr val="accent2"/>
                </a:solidFill>
                <a:effectLst/>
                <a:uFillTx/>
                <a:latin typeface="Verdana"/>
              </a:defRPr>
            </a:lvl4pPr>
            <a:lvl5pPr lvl="4" algn="l" defTabSz="914400">
              <a:buClr>
                <a:srgbClr val="000000"/>
              </a:buClr>
              <a:buSzPct val="45000"/>
              <a:buFont typeface="Wingdings" charset="2"/>
              <a:buChar char=""/>
              <a:tabLst>
                <a:tab pos="0" algn="l"/>
              </a:tabLst>
              <a:defRPr lang="en-US" sz="1090" b="0" u="none" strike="noStrike">
                <a:solidFill>
                  <a:schemeClr val="accent2"/>
                </a:solidFill>
                <a:effectLst/>
                <a:uFillTx/>
                <a:latin typeface="Verdana"/>
              </a:defRPr>
            </a:lvl5pPr>
            <a:lvl6pPr lvl="5" algn="l" defTabSz="914400">
              <a:spcBef>
                <a:spcPts val="283"/>
              </a:spcBef>
              <a:buClr>
                <a:srgbClr val="000000"/>
              </a:buClr>
              <a:buSzPct val="45000"/>
              <a:buFont typeface="Wingdings" charset="2"/>
              <a:buChar char=""/>
              <a:tabLst>
                <a:tab pos="0" algn="l"/>
              </a:tabLst>
              <a:defRPr lang="en-US" sz="1090" b="0" u="none" strike="noStrike">
                <a:solidFill>
                  <a:schemeClr val="accent2"/>
                </a:solidFill>
                <a:effectLst/>
                <a:uFillTx/>
                <a:latin typeface="Verdana"/>
              </a:defRPr>
            </a:lvl6pPr>
            <a:lvl7pPr lvl="6" algn="l" defTabSz="914400">
              <a:spcBef>
                <a:spcPts val="283"/>
              </a:spcBef>
              <a:buClr>
                <a:srgbClr val="000000"/>
              </a:buClr>
              <a:buSzPct val="45000"/>
              <a:buFont typeface="Wingdings" charset="2"/>
              <a:buChar char=""/>
              <a:tabLst>
                <a:tab pos="0" algn="l"/>
              </a:tabLst>
              <a:defRPr lang="en-US" sz="1090" b="0" u="none" strike="noStrike">
                <a:solidFill>
                  <a:schemeClr val="accent2"/>
                </a:solidFill>
                <a:effectLst/>
                <a:uFillTx/>
                <a:latin typeface="Verdana"/>
              </a:defRPr>
            </a:lvl7pPr>
          </a:lstStyle>
          <a:p>
            <a:pPr indent="-324000" algn="l" defTabSz="914400">
              <a:buClr>
                <a:srgbClr val="000000"/>
              </a:buClr>
              <a:buFont typeface="Verdana"/>
              <a:buChar char="●"/>
              <a:tabLst>
                <a:tab pos="0" algn="l"/>
              </a:tabLst>
            </a:pPr>
            <a:r>
              <a:rPr lang="en-US" sz="1090" b="1" u="none" strike="noStrike">
                <a:solidFill>
                  <a:schemeClr val="accent1"/>
                </a:solidFill>
                <a:effectLst/>
                <a:uFillTx/>
                <a:latin typeface="Verdana"/>
              </a:rPr>
              <a:t>Click to edit the outline text format</a:t>
            </a:r>
            <a:endParaRPr lang="en-US" sz="1090" b="1" u="none" strike="noStrike">
              <a:solidFill>
                <a:schemeClr val="accent1"/>
              </a:solidFill>
              <a:effectLst/>
              <a:uFillTx/>
              <a:latin typeface="Verdana"/>
            </a:endParaRPr>
          </a:p>
          <a:p>
            <a:pPr marL="278640" lvl="1" indent="-324000" algn="l" defTabSz="914400">
              <a:buClr>
                <a:srgbClr val="000000"/>
              </a:buClr>
              <a:buSzPct val="75000"/>
              <a:buFont typeface="Symbol" charset="2"/>
              <a:buChar char=""/>
              <a:tabLst>
                <a:tab pos="0" algn="l"/>
              </a:tabLst>
            </a:pPr>
            <a:r>
              <a:rPr lang="en-US" sz="1090" b="0" u="none" strike="noStrike">
                <a:solidFill>
                  <a:schemeClr val="accent2"/>
                </a:solidFill>
                <a:effectLst/>
                <a:uFillTx/>
                <a:latin typeface="Verdana"/>
              </a:rPr>
              <a:t>Second Outline Level</a:t>
            </a:r>
            <a:endParaRPr lang="en-US" sz="1090" b="0" u="none" strike="noStrike">
              <a:solidFill>
                <a:schemeClr val="accent2"/>
              </a:solidFill>
              <a:effectLst/>
              <a:uFillTx/>
              <a:latin typeface="Verdana"/>
            </a:endParaRPr>
          </a:p>
          <a:p>
            <a:pPr marL="556920" lvl="2" indent="-288000" algn="l" defTabSz="914400">
              <a:buClr>
                <a:srgbClr val="000000"/>
              </a:buClr>
              <a:buSzPct val="45000"/>
              <a:buFont typeface="Wingdings" charset="2"/>
              <a:buChar char=""/>
              <a:tabLst>
                <a:tab pos="0" algn="l"/>
              </a:tabLst>
            </a:pPr>
            <a:r>
              <a:rPr lang="en-US" sz="1090" b="0" u="none" strike="noStrike">
                <a:solidFill>
                  <a:schemeClr val="accent2"/>
                </a:solidFill>
                <a:effectLst/>
                <a:uFillTx/>
                <a:latin typeface="Verdana"/>
              </a:rPr>
              <a:t>Third Outline Level</a:t>
            </a:r>
            <a:endParaRPr lang="en-US" sz="1090" b="0" u="none" strike="noStrike">
              <a:solidFill>
                <a:schemeClr val="accent2"/>
              </a:solidFill>
              <a:effectLst/>
              <a:uFillTx/>
              <a:latin typeface="Verdana"/>
            </a:endParaRPr>
          </a:p>
          <a:p>
            <a:pPr marL="835560" lvl="3" indent="-216000" algn="l" defTabSz="914400">
              <a:buClr>
                <a:srgbClr val="000000"/>
              </a:buClr>
              <a:buSzPct val="75000"/>
              <a:buFont typeface="Symbol" charset="2"/>
              <a:buChar char=""/>
              <a:tabLst>
                <a:tab pos="0" algn="l"/>
              </a:tabLst>
            </a:pPr>
            <a:r>
              <a:rPr lang="en-US" sz="1090" b="0" u="none" strike="noStrike">
                <a:solidFill>
                  <a:schemeClr val="accent2"/>
                </a:solidFill>
                <a:effectLst/>
                <a:uFillTx/>
                <a:latin typeface="Verdana"/>
              </a:rPr>
              <a:t>Fourth Outline Level</a:t>
            </a:r>
            <a:endParaRPr lang="en-US" sz="1090" b="0" u="none" strike="noStrike">
              <a:solidFill>
                <a:schemeClr val="accent2"/>
              </a:solidFill>
              <a:effectLst/>
              <a:uFillTx/>
              <a:latin typeface="Verdana"/>
            </a:endParaRPr>
          </a:p>
          <a:p>
            <a:pPr marL="1114200" lvl="4" indent="-216000" algn="l" defTabSz="914400">
              <a:buClr>
                <a:srgbClr val="000000"/>
              </a:buClr>
              <a:buSzPct val="45000"/>
              <a:buFont typeface="Wingdings" charset="2"/>
              <a:buChar char=""/>
              <a:tabLst>
                <a:tab pos="0" algn="l"/>
              </a:tabLst>
            </a:pPr>
            <a:r>
              <a:rPr lang="en-US" sz="1090" b="0" u="none" strike="noStrike">
                <a:solidFill>
                  <a:schemeClr val="accent2"/>
                </a:solidFill>
                <a:effectLst/>
                <a:uFillTx/>
                <a:latin typeface="Verdana"/>
              </a:rPr>
              <a:t>Fifth Outline Level</a:t>
            </a:r>
            <a:endParaRPr lang="en-US" sz="1090" b="0" u="none" strike="noStrike">
              <a:solidFill>
                <a:schemeClr val="accent2"/>
              </a:solidFill>
              <a:effectLst/>
              <a:uFillTx/>
              <a:latin typeface="Verdana"/>
            </a:endParaRPr>
          </a:p>
          <a:p>
            <a:pPr marL="1392480" lvl="5" indent="-216000" algn="l" defTabSz="914400">
              <a:spcBef>
                <a:spcPts val="283"/>
              </a:spcBef>
              <a:buClr>
                <a:srgbClr val="000000"/>
              </a:buClr>
              <a:buSzPct val="45000"/>
              <a:buFont typeface="Wingdings" charset="2"/>
              <a:buChar char=""/>
              <a:tabLst>
                <a:tab pos="0" algn="l"/>
              </a:tabLst>
            </a:pPr>
            <a:r>
              <a:rPr lang="en-US" sz="1090" b="0" u="none" strike="noStrike">
                <a:solidFill>
                  <a:schemeClr val="accent2"/>
                </a:solidFill>
                <a:effectLst/>
                <a:uFillTx/>
                <a:latin typeface="Verdana"/>
              </a:rPr>
              <a:t>Sixth Outline Level</a:t>
            </a:r>
            <a:endParaRPr lang="en-US" sz="1090" b="0" u="none" strike="noStrike">
              <a:solidFill>
                <a:schemeClr val="accent2"/>
              </a:solidFill>
              <a:effectLst/>
              <a:uFillTx/>
              <a:latin typeface="Verdana"/>
            </a:endParaRPr>
          </a:p>
          <a:p>
            <a:pPr marL="1671120" lvl="6" indent="-216000" algn="l" defTabSz="914400">
              <a:spcBef>
                <a:spcPts val="283"/>
              </a:spcBef>
              <a:buClr>
                <a:srgbClr val="000000"/>
              </a:buClr>
              <a:buSzPct val="45000"/>
              <a:buFont typeface="Wingdings" charset="2"/>
              <a:buChar char=""/>
              <a:tabLst>
                <a:tab pos="0" algn="l"/>
              </a:tabLst>
            </a:pPr>
            <a:r>
              <a:rPr lang="en-US" sz="1090" b="0" u="none" strike="noStrike">
                <a:solidFill>
                  <a:schemeClr val="accent2"/>
                </a:solidFill>
                <a:effectLst/>
                <a:uFillTx/>
                <a:latin typeface="Verdana"/>
              </a:rPr>
              <a:t>Seventh Outline Level</a:t>
            </a:r>
            <a:endParaRPr lang="en-US" sz="1090" b="0" u="none" strike="noStrike">
              <a:solidFill>
                <a:schemeClr val="accent2"/>
              </a:solidFill>
              <a:effectLst/>
              <a:uFillTx/>
              <a:latin typeface="Verdana"/>
            </a:endParaRPr>
          </a:p>
        </p:txBody>
      </p:sp>
      <p:sp>
        <p:nvSpPr>
          <p:cNvPr id="97" name="PlaceHolder 3"/>
          <p:cNvSpPr>
            <a:spLocks noGrp="1"/>
          </p:cNvSpPr>
          <p:nvPr>
            <p:ph type="body" hasCustomPrompt="1"/>
          </p:nvPr>
        </p:nvSpPr>
        <p:spPr>
          <a:xfrm>
            <a:off x="452880" y="738720"/>
            <a:ext cx="9000000" cy="54000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2200" b="0"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2200" b="0" u="none" strike="noStrike">
                <a:solidFill>
                  <a:schemeClr val="accent1"/>
                </a:solidFill>
                <a:effectLst/>
                <a:uFillTx/>
                <a:latin typeface="Verdana"/>
                <a:ea typeface="Verdana"/>
              </a:rPr>
              <a:t>SECTION TITLE</a:t>
            </a:r>
            <a:endParaRPr lang="en-US" sz="2200" b="1" u="none" strike="noStrike">
              <a:solidFill>
                <a:schemeClr val="accent1"/>
              </a:solidFill>
              <a:effectLst/>
              <a:uFillTx/>
              <a:latin typeface="Verdana"/>
            </a:endParaRPr>
          </a:p>
        </p:txBody>
      </p:sp>
      <p:sp>
        <p:nvSpPr>
          <p:cNvPr id="98" name="PlaceHolder 4"/>
          <p:cNvSpPr>
            <a:spLocks noGrp="1"/>
          </p:cNvSpPr>
          <p:nvPr>
            <p:ph type="body" hasCustomPrompt="1"/>
          </p:nvPr>
        </p:nvSpPr>
        <p:spPr>
          <a:xfrm>
            <a:off x="452880" y="1461960"/>
            <a:ext cx="9000000" cy="24732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1800" b="1"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1800" b="1" u="none" strike="noStrike">
                <a:solidFill>
                  <a:schemeClr val="accent1"/>
                </a:solidFill>
                <a:effectLst/>
                <a:uFillTx/>
                <a:latin typeface="Verdana"/>
                <a:ea typeface="Verdana"/>
              </a:rPr>
              <a:t>HEADING 1</a:t>
            </a:r>
            <a:endParaRPr lang="en-US" sz="1800" b="1" u="none" strike="noStrike">
              <a:solidFill>
                <a:schemeClr val="accent1"/>
              </a:solidFill>
              <a:effectLst/>
              <a:uFillTx/>
              <a:latin typeface="Verdana"/>
            </a:endParaRPr>
          </a:p>
        </p:txBody>
      </p:sp>
      <p:pic>
        <p:nvPicPr>
          <p:cNvPr id="99" name="Picture 6"/>
          <p:cNvPicPr/>
          <p:nvPr/>
        </p:nvPicPr>
        <p:blipFill>
          <a:blip r:embed="rId2"/>
          <a:srcRect l="0" t="82594" r="0" b="4884"/>
          <a:stretch/>
        </p:blipFill>
        <p:spPr>
          <a:xfrm>
            <a:off x="0" y="0"/>
            <a:ext cx="9905760" cy="553680"/>
          </a:xfrm>
          <a:prstGeom prst="rect">
            <a:avLst/>
          </a:prstGeom>
          <a:noFill/>
          <a:ln w="0">
            <a:noFill/>
          </a:ln>
        </p:spPr>
      </p:pic>
      <p:sp>
        <p:nvSpPr>
          <p:cNvPr id="100" name="Rectangle 8"/>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101" name="Graphic 10"/>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102" name="PlaceHolder 5"/>
          <p:cNvSpPr>
            <a:spLocks noGrp="1"/>
          </p:cNvSpPr>
          <p:nvPr>
            <p:ph type="ftr" idx="17"/>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103" name="PlaceHolder 6"/>
          <p:cNvSpPr>
            <a:spLocks noGrp="1"/>
          </p:cNvSpPr>
          <p:nvPr>
            <p:ph type="sldNum" idx="18"/>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2144619D-D90B-44D1-9A9D-26FEBD943435}"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104" name="PlaceHolder 7"/>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7_DEFAULT">
    <p:bg>
      <p:bgPr>
        <a:solidFill>
          <a:srgbClr val="FFFFFF"/>
        </a:solidFill>
      </p:bgPr>
    </p:bg>
    <p:spTree>
      <p:nvGrpSpPr>
        <p:cNvPr id="1" name=""/>
        <p:cNvGrpSpPr/>
        <p:nvPr/>
      </p:nvGrpSpPr>
      <p:grpSpPr>
        <a:xfrm>
          <a:off x="0" y="0"/>
          <a:ext cx="0" cy="0"/>
          <a:chOff x="0" y="0"/>
          <a:chExt cx="0" cy="0"/>
        </a:xfrm>
      </p:grpSpPr>
      <p:sp>
        <p:nvSpPr>
          <p:cNvPr id="222" name="PlaceHolder 1"/>
          <p:cNvSpPr>
            <a:spLocks noGrp="1"/>
          </p:cNvSpPr>
          <p:nvPr>
            <p:ph type="body"/>
          </p:nvPr>
        </p:nvSpPr>
        <p:spPr>
          <a:xfrm>
            <a:off x="452880" y="4069440"/>
            <a:ext cx="2910240" cy="2339640"/>
          </a:xfrm>
          <a:prstGeom prst="rect">
            <a:avLst/>
          </a:prstGeom>
          <a:noFill/>
          <a:ln w="0">
            <a:noFill/>
          </a:ln>
        </p:spPr>
        <p:txBody>
          <a:bodyPr lIns="0" tIns="0" rIns="0" bIns="0" anchor="t">
            <a:noAutofit/>
          </a:bodyPr>
          <a:lstStyle>
            <a:lvl1pPr algn="l" defTabSz="556920">
              <a:buClr>
                <a:srgbClr val="000000"/>
              </a:buClr>
              <a:buSzPct val="45000"/>
              <a:buFont typeface="Wingdings" charset="2"/>
              <a:buChar char=""/>
              <a:defRPr lang="en-US" sz="900" b="0" u="none" strike="noStrike">
                <a:solidFill>
                  <a:schemeClr val="dk1"/>
                </a:solidFill>
                <a:effectLst/>
                <a:uFillTx/>
                <a:latin typeface="Verdana"/>
              </a:defRPr>
            </a:lvl1pPr>
            <a:lvl2pPr lvl="1" algn="l" defTabSz="556920">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defTabSz="556920">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defTabSz="556920">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defTabSz="556920">
              <a:buClr>
                <a:srgbClr val="000000"/>
              </a:buClr>
              <a:buSzPct val="45000"/>
              <a:buFont typeface="Wingdings" charset="2"/>
              <a:buChar char=""/>
            </a:pPr>
            <a:r>
              <a:rPr lang="en-US" sz="900" b="0" u="none" strike="noStrike">
                <a:solidFill>
                  <a:schemeClr val="dk1"/>
                </a:solidFill>
                <a:effectLst/>
                <a:uFillTx/>
                <a:latin typeface="Verdana"/>
              </a:rPr>
              <a:t>Click to edit the outline text format</a:t>
            </a:r>
            <a:endParaRPr lang="en-US" sz="900" b="0" u="none" strike="noStrike">
              <a:solidFill>
                <a:schemeClr val="dk1"/>
              </a:solidFill>
              <a:effectLst/>
              <a:uFillTx/>
              <a:latin typeface="Verdana"/>
            </a:endParaRPr>
          </a:p>
          <a:p>
            <a:pPr marL="864000" lvl="1" indent="-324000" algn="l" defTabSz="556920">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defTabSz="556920">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defTabSz="556920">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sp>
        <p:nvSpPr>
          <p:cNvPr id="223" name="PlaceHolder 2"/>
          <p:cNvSpPr>
            <a:spLocks noGrp="1"/>
          </p:cNvSpPr>
          <p:nvPr>
            <p:ph type="body"/>
          </p:nvPr>
        </p:nvSpPr>
        <p:spPr>
          <a:xfrm>
            <a:off x="452880" y="978480"/>
            <a:ext cx="2910240" cy="8931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sp>
        <p:nvSpPr>
          <p:cNvPr id="224" name="PlaceHolder 3"/>
          <p:cNvSpPr>
            <a:spLocks noGrp="1"/>
          </p:cNvSpPr>
          <p:nvPr>
            <p:ph type="body"/>
          </p:nvPr>
        </p:nvSpPr>
        <p:spPr>
          <a:xfrm>
            <a:off x="452880" y="1998720"/>
            <a:ext cx="2910240" cy="8931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sp>
        <p:nvSpPr>
          <p:cNvPr id="225" name="PlaceHolder 4"/>
          <p:cNvSpPr>
            <a:spLocks noGrp="1"/>
          </p:cNvSpPr>
          <p:nvPr>
            <p:ph type="body"/>
          </p:nvPr>
        </p:nvSpPr>
        <p:spPr>
          <a:xfrm>
            <a:off x="452880" y="3016800"/>
            <a:ext cx="2910240" cy="8931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sp>
        <p:nvSpPr>
          <p:cNvPr id="226" name="PlaceHolder 5"/>
          <p:cNvSpPr>
            <a:spLocks noGrp="1"/>
          </p:cNvSpPr>
          <p:nvPr>
            <p:ph type="body"/>
          </p:nvPr>
        </p:nvSpPr>
        <p:spPr>
          <a:xfrm>
            <a:off x="3497760" y="4069440"/>
            <a:ext cx="2910240" cy="2339640"/>
          </a:xfrm>
          <a:prstGeom prst="rect">
            <a:avLst/>
          </a:prstGeom>
          <a:noFill/>
          <a:ln w="0">
            <a:noFill/>
          </a:ln>
        </p:spPr>
        <p:txBody>
          <a:bodyPr lIns="0" tIns="0" rIns="0" bIns="0" anchor="t">
            <a:noAutofit/>
          </a:bodyPr>
          <a:lstStyle>
            <a:lvl1pPr algn="l" defTabSz="556920">
              <a:buClr>
                <a:srgbClr val="000000"/>
              </a:buClr>
              <a:buFont typeface="Wingdings" charset="2"/>
              <a:buChar char=""/>
              <a:defRPr lang="en-US" sz="900" b="0" u="none" strike="noStrike">
                <a:solidFill>
                  <a:schemeClr val="dk1"/>
                </a:solidFill>
                <a:effectLst/>
                <a:uFillTx/>
                <a:latin typeface="Verdana"/>
              </a:defRPr>
            </a:lvl1pPr>
            <a:lvl2pPr lvl="1" algn="l" defTabSz="556920">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defTabSz="556920">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defTabSz="556920">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defTabSz="556920">
              <a:buClr>
                <a:srgbClr val="000000"/>
              </a:buClr>
              <a:buFont typeface="Wingdings" charset="2"/>
              <a:buChar char=""/>
            </a:pPr>
            <a:r>
              <a:rPr lang="en-US" sz="900" b="0" u="none" strike="noStrike">
                <a:solidFill>
                  <a:schemeClr val="dk1"/>
                </a:solidFill>
                <a:effectLst/>
                <a:uFillTx/>
                <a:latin typeface="Verdana"/>
              </a:rPr>
              <a:t>Click to edit the outline text format</a:t>
            </a:r>
            <a:endParaRPr lang="en-US" sz="900" b="0" u="none" strike="noStrike">
              <a:solidFill>
                <a:schemeClr val="dk1"/>
              </a:solidFill>
              <a:effectLst/>
              <a:uFillTx/>
              <a:latin typeface="Verdana"/>
            </a:endParaRPr>
          </a:p>
          <a:p>
            <a:pPr marL="864000" lvl="1" indent="-324000" algn="l" defTabSz="556920">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defTabSz="556920">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defTabSz="556920">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sp>
        <p:nvSpPr>
          <p:cNvPr id="227" name="PlaceHolder 6"/>
          <p:cNvSpPr>
            <a:spLocks noGrp="1"/>
          </p:cNvSpPr>
          <p:nvPr>
            <p:ph type="body"/>
          </p:nvPr>
        </p:nvSpPr>
        <p:spPr>
          <a:xfrm>
            <a:off x="3497760" y="978480"/>
            <a:ext cx="2910240" cy="8931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sp>
        <p:nvSpPr>
          <p:cNvPr id="228" name="PlaceHolder 7"/>
          <p:cNvSpPr>
            <a:spLocks noGrp="1"/>
          </p:cNvSpPr>
          <p:nvPr>
            <p:ph type="body"/>
          </p:nvPr>
        </p:nvSpPr>
        <p:spPr>
          <a:xfrm>
            <a:off x="3497760" y="1998720"/>
            <a:ext cx="2910240" cy="8931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sp>
        <p:nvSpPr>
          <p:cNvPr id="229" name="PlaceHolder 8"/>
          <p:cNvSpPr>
            <a:spLocks noGrp="1"/>
          </p:cNvSpPr>
          <p:nvPr>
            <p:ph type="body"/>
          </p:nvPr>
        </p:nvSpPr>
        <p:spPr>
          <a:xfrm>
            <a:off x="3497760" y="3016800"/>
            <a:ext cx="2910240" cy="8931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sp>
        <p:nvSpPr>
          <p:cNvPr id="230" name="PlaceHolder 9"/>
          <p:cNvSpPr>
            <a:spLocks noGrp="1"/>
          </p:cNvSpPr>
          <p:nvPr>
            <p:ph type="body"/>
          </p:nvPr>
        </p:nvSpPr>
        <p:spPr>
          <a:xfrm>
            <a:off x="6543360" y="4069440"/>
            <a:ext cx="2910240" cy="2339640"/>
          </a:xfrm>
          <a:prstGeom prst="rect">
            <a:avLst/>
          </a:prstGeom>
          <a:noFill/>
          <a:ln w="0">
            <a:noFill/>
          </a:ln>
        </p:spPr>
        <p:txBody>
          <a:bodyPr lIns="0" tIns="0" rIns="0" bIns="0" anchor="t">
            <a:noAutofit/>
          </a:bodyPr>
          <a:lstStyle>
            <a:lvl1pPr algn="l" defTabSz="556920">
              <a:buClr>
                <a:srgbClr val="000000"/>
              </a:buClr>
              <a:buFont typeface="Wingdings" charset="2"/>
              <a:buChar char=""/>
              <a:defRPr lang="en-US" sz="900" b="0" u="none" strike="noStrike">
                <a:solidFill>
                  <a:schemeClr val="dk1"/>
                </a:solidFill>
                <a:effectLst/>
                <a:uFillTx/>
                <a:latin typeface="Verdana"/>
              </a:defRPr>
            </a:lvl1pPr>
            <a:lvl2pPr lvl="1" algn="l" defTabSz="556920">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defTabSz="556920">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defTabSz="556920">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defTabSz="556920">
              <a:buClr>
                <a:srgbClr val="000000"/>
              </a:buClr>
              <a:buFont typeface="Wingdings" charset="2"/>
              <a:buChar char=""/>
            </a:pPr>
            <a:r>
              <a:rPr lang="en-US" sz="900" b="0" u="none" strike="noStrike">
                <a:solidFill>
                  <a:schemeClr val="dk1"/>
                </a:solidFill>
                <a:effectLst/>
                <a:uFillTx/>
                <a:latin typeface="Verdana"/>
              </a:rPr>
              <a:t>Click to edit the outline text format</a:t>
            </a:r>
            <a:endParaRPr lang="en-US" sz="900" b="0" u="none" strike="noStrike">
              <a:solidFill>
                <a:schemeClr val="dk1"/>
              </a:solidFill>
              <a:effectLst/>
              <a:uFillTx/>
              <a:latin typeface="Verdana"/>
            </a:endParaRPr>
          </a:p>
          <a:p>
            <a:pPr marL="864000" lvl="1" indent="-324000" algn="l" defTabSz="556920">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defTabSz="556920">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defTabSz="556920">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sp>
        <p:nvSpPr>
          <p:cNvPr id="231" name="PlaceHolder 10"/>
          <p:cNvSpPr>
            <a:spLocks noGrp="1"/>
          </p:cNvSpPr>
          <p:nvPr>
            <p:ph type="body"/>
          </p:nvPr>
        </p:nvSpPr>
        <p:spPr>
          <a:xfrm>
            <a:off x="6543360" y="978480"/>
            <a:ext cx="2910240" cy="8931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sp>
        <p:nvSpPr>
          <p:cNvPr id="232" name="PlaceHolder 11"/>
          <p:cNvSpPr>
            <a:spLocks noGrp="1"/>
          </p:cNvSpPr>
          <p:nvPr>
            <p:ph type="body"/>
          </p:nvPr>
        </p:nvSpPr>
        <p:spPr>
          <a:xfrm>
            <a:off x="6543360" y="1998720"/>
            <a:ext cx="2910240" cy="8931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sp>
        <p:nvSpPr>
          <p:cNvPr id="233" name="PlaceHolder 12"/>
          <p:cNvSpPr>
            <a:spLocks noGrp="1"/>
          </p:cNvSpPr>
          <p:nvPr>
            <p:ph type="body"/>
          </p:nvPr>
        </p:nvSpPr>
        <p:spPr>
          <a:xfrm>
            <a:off x="6543360" y="3016800"/>
            <a:ext cx="2910240" cy="8931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pic>
        <p:nvPicPr>
          <p:cNvPr id="234" name="Picture 3"/>
          <p:cNvPicPr/>
          <p:nvPr/>
        </p:nvPicPr>
        <p:blipFill>
          <a:blip r:embed="rId2"/>
          <a:srcRect l="0" t="82594" r="0" b="4884"/>
          <a:stretch/>
        </p:blipFill>
        <p:spPr>
          <a:xfrm>
            <a:off x="0" y="0"/>
            <a:ext cx="9905760" cy="553680"/>
          </a:xfrm>
          <a:prstGeom prst="rect">
            <a:avLst/>
          </a:prstGeom>
          <a:noFill/>
          <a:ln w="0">
            <a:noFill/>
          </a:ln>
        </p:spPr>
      </p:pic>
      <p:sp>
        <p:nvSpPr>
          <p:cNvPr id="235" name="Rectangle 5"/>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236" name="Graphic 9"/>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237" name="PlaceHolder 13"/>
          <p:cNvSpPr>
            <a:spLocks noGrp="1"/>
          </p:cNvSpPr>
          <p:nvPr>
            <p:ph type="ftr" idx="45"/>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238" name="PlaceHolder 14"/>
          <p:cNvSpPr>
            <a:spLocks noGrp="1"/>
          </p:cNvSpPr>
          <p:nvPr>
            <p:ph type="sldNum" idx="46"/>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D955DF34-AFBA-4148-AD27-A5E435D3235A}"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239" name="PlaceHolder 15"/>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1_DEFAULT">
    <p:bg>
      <p:bgPr>
        <a:solidFill>
          <a:srgbClr val="FFFFFF"/>
        </a:solidFill>
      </p:bgPr>
    </p:bg>
    <p:spTree>
      <p:nvGrpSpPr>
        <p:cNvPr id="1" name=""/>
        <p:cNvGrpSpPr/>
        <p:nvPr/>
      </p:nvGrpSpPr>
      <p:grpSpPr>
        <a:xfrm>
          <a:off x="0" y="0"/>
          <a:ext cx="0" cy="0"/>
          <a:chOff x="0" y="0"/>
          <a:chExt cx="0" cy="0"/>
        </a:xfrm>
      </p:grpSpPr>
      <p:sp>
        <p:nvSpPr>
          <p:cNvPr id="266" name="PlaceHolder 1"/>
          <p:cNvSpPr>
            <a:spLocks noGrp="1"/>
          </p:cNvSpPr>
          <p:nvPr>
            <p:ph type="body"/>
          </p:nvPr>
        </p:nvSpPr>
        <p:spPr>
          <a:xfrm>
            <a:off x="452880" y="978480"/>
            <a:ext cx="9001080" cy="289512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sp>
        <p:nvSpPr>
          <p:cNvPr id="267" name="PlaceHolder 2"/>
          <p:cNvSpPr>
            <a:spLocks noGrp="1"/>
          </p:cNvSpPr>
          <p:nvPr>
            <p:ph type="body"/>
          </p:nvPr>
        </p:nvSpPr>
        <p:spPr>
          <a:xfrm>
            <a:off x="452880" y="4069440"/>
            <a:ext cx="2910240" cy="2339640"/>
          </a:xfrm>
          <a:prstGeom prst="rect">
            <a:avLst/>
          </a:prstGeom>
          <a:noFill/>
          <a:ln w="0">
            <a:noFill/>
          </a:ln>
        </p:spPr>
        <p:txBody>
          <a:bodyPr lIns="0" tIns="0" rIns="0" bIns="0" anchor="t">
            <a:noAutofit/>
          </a:bodyPr>
          <a:lstStyle>
            <a:lvl1pPr algn="l" defTabSz="556920">
              <a:buClr>
                <a:srgbClr val="000000"/>
              </a:buClr>
              <a:buFont typeface="Wingdings" charset="2"/>
              <a:buChar char=""/>
              <a:defRPr lang="en-US" sz="900" b="0" u="none" strike="noStrike">
                <a:solidFill>
                  <a:schemeClr val="dk1"/>
                </a:solidFill>
                <a:effectLst/>
                <a:uFillTx/>
                <a:latin typeface="Verdana"/>
              </a:defRPr>
            </a:lvl1pPr>
            <a:lvl2pPr lvl="1" algn="l" defTabSz="556920">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defTabSz="556920">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defTabSz="556920">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defTabSz="556920">
              <a:buClr>
                <a:srgbClr val="000000"/>
              </a:buClr>
              <a:buFont typeface="Wingdings" charset="2"/>
              <a:buChar char=""/>
            </a:pPr>
            <a:r>
              <a:rPr lang="en-US" sz="900" b="0" u="none" strike="noStrike">
                <a:solidFill>
                  <a:schemeClr val="dk1"/>
                </a:solidFill>
                <a:effectLst/>
                <a:uFillTx/>
                <a:latin typeface="Verdana"/>
              </a:rPr>
              <a:t>Click to edit the outline text format</a:t>
            </a:r>
            <a:endParaRPr lang="en-US" sz="900" b="0" u="none" strike="noStrike">
              <a:solidFill>
                <a:schemeClr val="dk1"/>
              </a:solidFill>
              <a:effectLst/>
              <a:uFillTx/>
              <a:latin typeface="Verdana"/>
            </a:endParaRPr>
          </a:p>
          <a:p>
            <a:pPr marL="864000" lvl="1" indent="-324000" algn="l" defTabSz="556920">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defTabSz="556920">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defTabSz="556920">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sp>
        <p:nvSpPr>
          <p:cNvPr id="268" name="PlaceHolder 3"/>
          <p:cNvSpPr>
            <a:spLocks noGrp="1"/>
          </p:cNvSpPr>
          <p:nvPr>
            <p:ph type="body"/>
          </p:nvPr>
        </p:nvSpPr>
        <p:spPr>
          <a:xfrm>
            <a:off x="3497760" y="4069440"/>
            <a:ext cx="2910240" cy="2339640"/>
          </a:xfrm>
          <a:prstGeom prst="rect">
            <a:avLst/>
          </a:prstGeom>
          <a:noFill/>
          <a:ln w="0">
            <a:noFill/>
          </a:ln>
        </p:spPr>
        <p:txBody>
          <a:bodyPr lIns="0" tIns="0" rIns="0" bIns="0" anchor="t">
            <a:noAutofit/>
          </a:bodyPr>
          <a:lstStyle>
            <a:lvl1pPr algn="l" defTabSz="556920">
              <a:buClr>
                <a:srgbClr val="000000"/>
              </a:buClr>
              <a:buFont typeface="Wingdings" charset="2"/>
              <a:buChar char=""/>
              <a:defRPr lang="en-US" sz="900" b="0" u="none" strike="noStrike">
                <a:solidFill>
                  <a:schemeClr val="dk1"/>
                </a:solidFill>
                <a:effectLst/>
                <a:uFillTx/>
                <a:latin typeface="Verdana"/>
              </a:defRPr>
            </a:lvl1pPr>
            <a:lvl2pPr lvl="1" algn="l" defTabSz="556920">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defTabSz="556920">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defTabSz="556920">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defTabSz="556920">
              <a:buClr>
                <a:srgbClr val="000000"/>
              </a:buClr>
              <a:buFont typeface="Wingdings" charset="2"/>
              <a:buChar char=""/>
            </a:pPr>
            <a:r>
              <a:rPr lang="en-US" sz="900" b="0" u="none" strike="noStrike">
                <a:solidFill>
                  <a:schemeClr val="dk1"/>
                </a:solidFill>
                <a:effectLst/>
                <a:uFillTx/>
                <a:latin typeface="Verdana"/>
              </a:rPr>
              <a:t>Click to edit the outline text format</a:t>
            </a:r>
            <a:endParaRPr lang="en-US" sz="900" b="0" u="none" strike="noStrike">
              <a:solidFill>
                <a:schemeClr val="dk1"/>
              </a:solidFill>
              <a:effectLst/>
              <a:uFillTx/>
              <a:latin typeface="Verdana"/>
            </a:endParaRPr>
          </a:p>
          <a:p>
            <a:pPr marL="864000" lvl="1" indent="-324000" algn="l" defTabSz="556920">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defTabSz="556920">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defTabSz="556920">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sp>
        <p:nvSpPr>
          <p:cNvPr id="269" name="PlaceHolder 4"/>
          <p:cNvSpPr>
            <a:spLocks noGrp="1"/>
          </p:cNvSpPr>
          <p:nvPr>
            <p:ph type="body"/>
          </p:nvPr>
        </p:nvSpPr>
        <p:spPr>
          <a:xfrm>
            <a:off x="6543360" y="4069440"/>
            <a:ext cx="2910240" cy="2339640"/>
          </a:xfrm>
          <a:prstGeom prst="rect">
            <a:avLst/>
          </a:prstGeom>
          <a:noFill/>
          <a:ln w="0">
            <a:noFill/>
          </a:ln>
        </p:spPr>
        <p:txBody>
          <a:bodyPr lIns="0" tIns="0" rIns="0" bIns="0" anchor="t">
            <a:noAutofit/>
          </a:bodyPr>
          <a:lstStyle>
            <a:lvl1pPr algn="l" defTabSz="556920">
              <a:buClr>
                <a:srgbClr val="000000"/>
              </a:buClr>
              <a:buFont typeface="Wingdings" charset="2"/>
              <a:buChar char=""/>
              <a:defRPr lang="en-US" sz="900" b="0" u="none" strike="noStrike">
                <a:solidFill>
                  <a:schemeClr val="dk1"/>
                </a:solidFill>
                <a:effectLst/>
                <a:uFillTx/>
                <a:latin typeface="Verdana"/>
              </a:defRPr>
            </a:lvl1pPr>
            <a:lvl2pPr lvl="1" algn="l" defTabSz="556920">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defTabSz="556920">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defTabSz="556920">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defTabSz="556920">
              <a:buClr>
                <a:srgbClr val="000000"/>
              </a:buClr>
              <a:buFont typeface="Wingdings" charset="2"/>
              <a:buChar char=""/>
            </a:pPr>
            <a:r>
              <a:rPr lang="en-US" sz="900" b="0" u="none" strike="noStrike">
                <a:solidFill>
                  <a:schemeClr val="dk1"/>
                </a:solidFill>
                <a:effectLst/>
                <a:uFillTx/>
                <a:latin typeface="Verdana"/>
              </a:rPr>
              <a:t>Click to edit the outline text format</a:t>
            </a:r>
            <a:endParaRPr lang="en-US" sz="900" b="0" u="none" strike="noStrike">
              <a:solidFill>
                <a:schemeClr val="dk1"/>
              </a:solidFill>
              <a:effectLst/>
              <a:uFillTx/>
              <a:latin typeface="Verdana"/>
            </a:endParaRPr>
          </a:p>
          <a:p>
            <a:pPr marL="864000" lvl="1" indent="-324000" algn="l" defTabSz="556920">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defTabSz="556920">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defTabSz="556920">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pic>
        <p:nvPicPr>
          <p:cNvPr id="270" name="Picture 3"/>
          <p:cNvPicPr/>
          <p:nvPr/>
        </p:nvPicPr>
        <p:blipFill>
          <a:blip r:embed="rId2"/>
          <a:srcRect l="0" t="82594" r="0" b="4884"/>
          <a:stretch/>
        </p:blipFill>
        <p:spPr>
          <a:xfrm>
            <a:off x="0" y="0"/>
            <a:ext cx="9905760" cy="553680"/>
          </a:xfrm>
          <a:prstGeom prst="rect">
            <a:avLst/>
          </a:prstGeom>
          <a:noFill/>
          <a:ln w="0">
            <a:noFill/>
          </a:ln>
        </p:spPr>
      </p:pic>
      <p:sp>
        <p:nvSpPr>
          <p:cNvPr id="271" name="Rectangle 9"/>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272" name="Graphic 12"/>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273" name="PlaceHolder 5"/>
          <p:cNvSpPr>
            <a:spLocks noGrp="1"/>
          </p:cNvSpPr>
          <p:nvPr>
            <p:ph type="ftr" idx="49"/>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274" name="PlaceHolder 6"/>
          <p:cNvSpPr>
            <a:spLocks noGrp="1"/>
          </p:cNvSpPr>
          <p:nvPr>
            <p:ph type="sldNum" idx="50"/>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037347AB-2D01-41AE-B050-2EE27944F8AB}"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275" name="PlaceHolder 7"/>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2_DEFAULT">
    <p:bg>
      <p:bgPr>
        <a:solidFill>
          <a:srgbClr val="FFFFFF"/>
        </a:solidFill>
      </p:bgPr>
    </p:bg>
    <p:spTree>
      <p:nvGrpSpPr>
        <p:cNvPr id="1" name=""/>
        <p:cNvGrpSpPr/>
        <p:nvPr/>
      </p:nvGrpSpPr>
      <p:grpSpPr>
        <a:xfrm>
          <a:off x="0" y="0"/>
          <a:ext cx="0" cy="0"/>
          <a:chOff x="0" y="0"/>
          <a:chExt cx="0" cy="0"/>
        </a:xfrm>
      </p:grpSpPr>
      <p:sp>
        <p:nvSpPr>
          <p:cNvPr id="276" name="PlaceHolder 1"/>
          <p:cNvSpPr>
            <a:spLocks noGrp="1"/>
          </p:cNvSpPr>
          <p:nvPr>
            <p:ph type="body"/>
          </p:nvPr>
        </p:nvSpPr>
        <p:spPr>
          <a:xfrm>
            <a:off x="452880" y="3959280"/>
            <a:ext cx="9001080" cy="2450160"/>
          </a:xfrm>
          <a:prstGeom prst="rect">
            <a:avLst/>
          </a:prstGeom>
          <a:solidFill>
            <a:schemeClr val="lt1">
              <a:lumMod val="95000"/>
            </a:schemeClr>
          </a:solidFill>
          <a:ln w="0">
            <a:noFill/>
          </a:ln>
        </p:spPr>
        <p:txBody>
          <a:bodyPr lIns="90000" tIns="45000" rIns="90000" bIns="45000" anchor="t">
            <a:noAutofit/>
          </a:bodyPr>
          <a:lstStyle>
            <a:lvl1pPr indent="0" algn="l" defTabSz="556920">
              <a:lnSpc>
                <a:spcPct val="100000"/>
              </a:lnSpc>
              <a:buNone/>
              <a:defRPr lang="en-US" sz="1090" b="0" u="none" strike="noStrike">
                <a:solidFill>
                  <a:schemeClr val="dk1"/>
                </a:solidFill>
                <a:effectLst/>
                <a:uFillTx/>
                <a:latin typeface="Verdana"/>
              </a:defRPr>
            </a:lvl1pPr>
          </a:lstStyle>
          <a:p>
            <a:pPr indent="0" algn="l" defTabSz="556920">
              <a:lnSpc>
                <a:spcPct val="100000"/>
              </a:lnSpc>
              <a:buNone/>
            </a:pPr>
            <a:r>
              <a:rPr lang="en-US" sz="1090" b="0" u="none" strike="noStrike">
                <a:solidFill>
                  <a:schemeClr val="dk1"/>
                </a:solidFill>
                <a:effectLst/>
                <a:uFillTx/>
                <a:latin typeface="Verdana"/>
              </a:rPr>
              <a:t>Click icon to add picture</a:t>
            </a:r>
            <a:endParaRPr lang="en-US" sz="1090" b="0" u="none" strike="noStrike">
              <a:solidFill>
                <a:schemeClr val="dk1"/>
              </a:solidFill>
              <a:effectLst/>
              <a:uFillTx/>
              <a:latin typeface="Verdana"/>
            </a:endParaRPr>
          </a:p>
        </p:txBody>
      </p:sp>
      <p:sp>
        <p:nvSpPr>
          <p:cNvPr id="277" name="PlaceHolder 2"/>
          <p:cNvSpPr>
            <a:spLocks noGrp="1"/>
          </p:cNvSpPr>
          <p:nvPr>
            <p:ph type="body"/>
          </p:nvPr>
        </p:nvSpPr>
        <p:spPr>
          <a:xfrm>
            <a:off x="452880" y="1376640"/>
            <a:ext cx="2910240" cy="2450160"/>
          </a:xfrm>
          <a:prstGeom prst="rect">
            <a:avLst/>
          </a:prstGeom>
          <a:noFill/>
          <a:ln w="0">
            <a:noFill/>
          </a:ln>
        </p:spPr>
        <p:txBody>
          <a:bodyPr lIns="0" tIns="0" rIns="0" bIns="0" anchor="t">
            <a:noAutofit/>
          </a:bodyPr>
          <a:lstStyle>
            <a:lvl1pPr algn="l" defTabSz="556920">
              <a:buClr>
                <a:srgbClr val="000000"/>
              </a:buClr>
              <a:buFont typeface="Wingdings" charset="2"/>
              <a:buChar char=""/>
              <a:defRPr lang="en-US" sz="900" b="0" u="none" strike="noStrike">
                <a:solidFill>
                  <a:schemeClr val="dk1"/>
                </a:solidFill>
                <a:effectLst/>
                <a:uFillTx/>
                <a:latin typeface="Verdana"/>
              </a:defRPr>
            </a:lvl1pPr>
            <a:lvl2pPr lvl="1" algn="l" defTabSz="556920">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defTabSz="556920">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defTabSz="556920">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defTabSz="556920">
              <a:buClr>
                <a:srgbClr val="000000"/>
              </a:buClr>
              <a:buFont typeface="Wingdings" charset="2"/>
              <a:buChar char=""/>
            </a:pPr>
            <a:r>
              <a:rPr lang="en-US" sz="900" b="0" u="none" strike="noStrike">
                <a:solidFill>
                  <a:schemeClr val="dk1"/>
                </a:solidFill>
                <a:effectLst/>
                <a:uFillTx/>
                <a:latin typeface="Verdana"/>
              </a:rPr>
              <a:t>Click to edit the outline text format</a:t>
            </a:r>
            <a:endParaRPr lang="en-US" sz="900" b="0" u="none" strike="noStrike">
              <a:solidFill>
                <a:schemeClr val="dk1"/>
              </a:solidFill>
              <a:effectLst/>
              <a:uFillTx/>
              <a:latin typeface="Verdana"/>
            </a:endParaRPr>
          </a:p>
          <a:p>
            <a:pPr marL="864000" lvl="1" indent="-324000" algn="l" defTabSz="556920">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defTabSz="556920">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defTabSz="556920">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sp>
        <p:nvSpPr>
          <p:cNvPr id="278" name="PlaceHolder 3"/>
          <p:cNvSpPr>
            <a:spLocks noGrp="1"/>
          </p:cNvSpPr>
          <p:nvPr>
            <p:ph type="body"/>
          </p:nvPr>
        </p:nvSpPr>
        <p:spPr>
          <a:xfrm>
            <a:off x="3497760" y="1376640"/>
            <a:ext cx="2910240" cy="2450160"/>
          </a:xfrm>
          <a:prstGeom prst="rect">
            <a:avLst/>
          </a:prstGeom>
          <a:noFill/>
          <a:ln w="0">
            <a:noFill/>
          </a:ln>
        </p:spPr>
        <p:txBody>
          <a:bodyPr lIns="0" tIns="0" rIns="0" bIns="0" anchor="t">
            <a:noAutofit/>
          </a:bodyPr>
          <a:lstStyle>
            <a:lvl1pPr algn="l" defTabSz="556920">
              <a:buClr>
                <a:srgbClr val="000000"/>
              </a:buClr>
              <a:buFont typeface="Wingdings" charset="2"/>
              <a:buChar char=""/>
              <a:defRPr lang="en-US" sz="900" b="0" u="none" strike="noStrike">
                <a:solidFill>
                  <a:schemeClr val="dk1"/>
                </a:solidFill>
                <a:effectLst/>
                <a:uFillTx/>
                <a:latin typeface="Verdana"/>
              </a:defRPr>
            </a:lvl1pPr>
            <a:lvl2pPr lvl="1" algn="l" defTabSz="556920">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defTabSz="556920">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defTabSz="556920">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defTabSz="556920">
              <a:buClr>
                <a:srgbClr val="000000"/>
              </a:buClr>
              <a:buFont typeface="Wingdings" charset="2"/>
              <a:buChar char=""/>
            </a:pPr>
            <a:r>
              <a:rPr lang="en-US" sz="900" b="0" u="none" strike="noStrike">
                <a:solidFill>
                  <a:schemeClr val="dk1"/>
                </a:solidFill>
                <a:effectLst/>
                <a:uFillTx/>
                <a:latin typeface="Verdana"/>
              </a:rPr>
              <a:t>Click to edit the outline text format</a:t>
            </a:r>
            <a:endParaRPr lang="en-US" sz="900" b="0" u="none" strike="noStrike">
              <a:solidFill>
                <a:schemeClr val="dk1"/>
              </a:solidFill>
              <a:effectLst/>
              <a:uFillTx/>
              <a:latin typeface="Verdana"/>
            </a:endParaRPr>
          </a:p>
          <a:p>
            <a:pPr marL="864000" lvl="1" indent="-324000" algn="l" defTabSz="556920">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defTabSz="556920">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defTabSz="556920">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sp>
        <p:nvSpPr>
          <p:cNvPr id="279" name="PlaceHolder 4"/>
          <p:cNvSpPr>
            <a:spLocks noGrp="1"/>
          </p:cNvSpPr>
          <p:nvPr>
            <p:ph type="body"/>
          </p:nvPr>
        </p:nvSpPr>
        <p:spPr>
          <a:xfrm>
            <a:off x="6543360" y="1376640"/>
            <a:ext cx="2910240" cy="2450160"/>
          </a:xfrm>
          <a:prstGeom prst="rect">
            <a:avLst/>
          </a:prstGeom>
          <a:noFill/>
          <a:ln w="0">
            <a:noFill/>
          </a:ln>
        </p:spPr>
        <p:txBody>
          <a:bodyPr lIns="0" tIns="0" rIns="0" bIns="0" anchor="t">
            <a:noAutofit/>
          </a:bodyPr>
          <a:lstStyle>
            <a:lvl1pPr algn="l" defTabSz="556920">
              <a:buClr>
                <a:srgbClr val="000000"/>
              </a:buClr>
              <a:buFont typeface="Wingdings" charset="2"/>
              <a:buChar char=""/>
              <a:defRPr lang="en-US" sz="900" b="0" u="none" strike="noStrike">
                <a:solidFill>
                  <a:schemeClr val="dk1"/>
                </a:solidFill>
                <a:effectLst/>
                <a:uFillTx/>
                <a:latin typeface="Verdana"/>
              </a:defRPr>
            </a:lvl1pPr>
            <a:lvl2pPr lvl="1" algn="l" defTabSz="556920">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defTabSz="556920">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defTabSz="556920">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defTabSz="556920">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defTabSz="556920">
              <a:buClr>
                <a:srgbClr val="000000"/>
              </a:buClr>
              <a:buFont typeface="Wingdings" charset="2"/>
              <a:buChar char=""/>
            </a:pPr>
            <a:r>
              <a:rPr lang="en-US" sz="900" b="0" u="none" strike="noStrike">
                <a:solidFill>
                  <a:schemeClr val="dk1"/>
                </a:solidFill>
                <a:effectLst/>
                <a:uFillTx/>
                <a:latin typeface="Verdana"/>
              </a:rPr>
              <a:t>Click to edit the outline text format</a:t>
            </a:r>
            <a:endParaRPr lang="en-US" sz="900" b="0" u="none" strike="noStrike">
              <a:solidFill>
                <a:schemeClr val="dk1"/>
              </a:solidFill>
              <a:effectLst/>
              <a:uFillTx/>
              <a:latin typeface="Verdana"/>
            </a:endParaRPr>
          </a:p>
          <a:p>
            <a:pPr marL="864000" lvl="1" indent="-324000" algn="l" defTabSz="556920">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defTabSz="556920">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defTabSz="556920">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defTabSz="556920">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pic>
        <p:nvPicPr>
          <p:cNvPr id="280" name="Picture 3"/>
          <p:cNvPicPr/>
          <p:nvPr/>
        </p:nvPicPr>
        <p:blipFill>
          <a:blip r:embed="rId2"/>
          <a:srcRect l="0" t="82594" r="0" b="4884"/>
          <a:stretch/>
        </p:blipFill>
        <p:spPr>
          <a:xfrm>
            <a:off x="0" y="0"/>
            <a:ext cx="9905760" cy="553680"/>
          </a:xfrm>
          <a:prstGeom prst="rect">
            <a:avLst/>
          </a:prstGeom>
          <a:noFill/>
          <a:ln w="0">
            <a:noFill/>
          </a:ln>
        </p:spPr>
      </p:pic>
      <p:sp>
        <p:nvSpPr>
          <p:cNvPr id="281" name="Rectangle 9"/>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282" name="Graphic 12"/>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283" name="PlaceHolder 5"/>
          <p:cNvSpPr>
            <a:spLocks noGrp="1"/>
          </p:cNvSpPr>
          <p:nvPr>
            <p:ph type="ftr" idx="51"/>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284" name="PlaceHolder 6"/>
          <p:cNvSpPr>
            <a:spLocks noGrp="1"/>
          </p:cNvSpPr>
          <p:nvPr>
            <p:ph type="sldNum" idx="52"/>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08095D1F-BAB1-4EB6-A9C1-E8B57469B368}"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285" name="PlaceHolder 7"/>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4_DEFAULT">
    <p:bg>
      <p:bgPr>
        <a:solidFill>
          <a:srgbClr val="FFFFFF"/>
        </a:solidFill>
      </p:bgPr>
    </p:bg>
    <p:spTree>
      <p:nvGrpSpPr>
        <p:cNvPr id="1" name=""/>
        <p:cNvGrpSpPr/>
        <p:nvPr/>
      </p:nvGrpSpPr>
      <p:grpSpPr>
        <a:xfrm>
          <a:off x="0" y="0"/>
          <a:ext cx="0" cy="0"/>
          <a:chOff x="0" y="0"/>
          <a:chExt cx="0" cy="0"/>
        </a:xfrm>
      </p:grpSpPr>
      <p:sp>
        <p:nvSpPr>
          <p:cNvPr id="292" name="Rectangle 1"/>
          <p:cNvSpPr/>
          <p:nvPr/>
        </p:nvSpPr>
        <p:spPr>
          <a:xfrm>
            <a:off x="3627000" y="975960"/>
            <a:ext cx="2641320" cy="39672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1200" b="0" u="none" strike="noStrike">
                <a:solidFill>
                  <a:schemeClr val="lt1"/>
                </a:solidFill>
                <a:effectLst/>
                <a:uFillTx/>
                <a:latin typeface="Verdana"/>
              </a:rPr>
              <a:t>Position</a:t>
            </a:r>
            <a:endParaRPr lang="en-AE" sz="1200" b="0" u="none" strike="noStrike">
              <a:solidFill>
                <a:srgbClr val="FFFFFF"/>
              </a:solidFill>
              <a:effectLst/>
              <a:uFillTx/>
              <a:latin typeface="Verdana"/>
            </a:endParaRPr>
          </a:p>
          <a:p>
            <a:pPr algn="ctr" defTabSz="556920">
              <a:lnSpc>
                <a:spcPct val="100000"/>
              </a:lnSpc>
            </a:pPr>
            <a:r>
              <a:rPr lang="en-US" sz="1200" b="1" u="none" strike="noStrike">
                <a:solidFill>
                  <a:schemeClr val="accent1"/>
                </a:solidFill>
                <a:effectLst/>
                <a:uFillTx/>
                <a:latin typeface="Verdana"/>
              </a:rPr>
              <a:t>Name Surname</a:t>
            </a:r>
            <a:endParaRPr lang="en-AE" sz="1200" b="0" u="none" strike="noStrike">
              <a:solidFill>
                <a:srgbClr val="FFFFFF"/>
              </a:solidFill>
              <a:effectLst/>
              <a:uFillTx/>
              <a:latin typeface="Verdana"/>
            </a:endParaRPr>
          </a:p>
        </p:txBody>
      </p:sp>
      <p:sp>
        <p:nvSpPr>
          <p:cNvPr id="293" name="Rectangle 21"/>
          <p:cNvSpPr/>
          <p:nvPr/>
        </p:nvSpPr>
        <p:spPr>
          <a:xfrm>
            <a:off x="660240" y="3124800"/>
            <a:ext cx="1991160" cy="1046160"/>
          </a:xfrm>
          <a:prstGeom prst="rect">
            <a:avLst/>
          </a:prstGeom>
          <a:solidFill>
            <a:schemeClr val="bg1">
              <a:lumMod val="9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en-US" sz="900" b="0" u="none" strike="noStrike">
                <a:solidFill>
                  <a:schemeClr val="accent2"/>
                </a:solidFill>
                <a:effectLst/>
                <a:uFillTx/>
                <a:latin typeface="Verdana"/>
              </a:rPr>
              <a:t>Position</a:t>
            </a:r>
            <a:endParaRPr lang="en-AE" sz="900" b="0" u="none" strike="noStrike">
              <a:solidFill>
                <a:srgbClr val="000000"/>
              </a:solidFill>
              <a:effectLst/>
              <a:uFillTx/>
              <a:latin typeface="Verdana"/>
            </a:endParaRPr>
          </a:p>
          <a:p>
            <a:pPr algn="ctr" defTabSz="556920">
              <a:lnSpc>
                <a:spcPct val="100000"/>
              </a:lnSpc>
              <a:tabLst>
                <a:tab pos="0" algn="l"/>
              </a:tabLst>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sp>
        <p:nvSpPr>
          <p:cNvPr id="294" name="Rectangle 22"/>
          <p:cNvSpPr/>
          <p:nvPr/>
        </p:nvSpPr>
        <p:spPr>
          <a:xfrm>
            <a:off x="2858400" y="3124800"/>
            <a:ext cx="1991160" cy="1046160"/>
          </a:xfrm>
          <a:prstGeom prst="rect">
            <a:avLst/>
          </a:prstGeom>
          <a:solidFill>
            <a:schemeClr val="bg1">
              <a:lumMod val="9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en-US" sz="900" b="0" u="none" strike="noStrike">
                <a:solidFill>
                  <a:schemeClr val="accent2"/>
                </a:solidFill>
                <a:effectLst/>
                <a:uFillTx/>
                <a:latin typeface="Verdana"/>
              </a:rPr>
              <a:t>Position</a:t>
            </a:r>
            <a:endParaRPr lang="en-AE" sz="900" b="0" u="none" strike="noStrike">
              <a:solidFill>
                <a:srgbClr val="000000"/>
              </a:solidFill>
              <a:effectLst/>
              <a:uFillTx/>
              <a:latin typeface="Verdana"/>
            </a:endParaRPr>
          </a:p>
          <a:p>
            <a:pPr algn="ctr" defTabSz="556920">
              <a:lnSpc>
                <a:spcPct val="100000"/>
              </a:lnSpc>
              <a:tabLst>
                <a:tab pos="0" algn="l"/>
              </a:tabLst>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sp>
        <p:nvSpPr>
          <p:cNvPr id="295" name="Rectangle 23"/>
          <p:cNvSpPr/>
          <p:nvPr/>
        </p:nvSpPr>
        <p:spPr>
          <a:xfrm>
            <a:off x="5063040" y="3124800"/>
            <a:ext cx="1991160" cy="1046160"/>
          </a:xfrm>
          <a:prstGeom prst="rect">
            <a:avLst/>
          </a:prstGeom>
          <a:solidFill>
            <a:schemeClr val="bg1">
              <a:lumMod val="9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en-US" sz="900" b="0" u="none" strike="noStrike">
                <a:solidFill>
                  <a:schemeClr val="accent2"/>
                </a:solidFill>
                <a:effectLst/>
                <a:uFillTx/>
                <a:latin typeface="Verdana"/>
              </a:rPr>
              <a:t>Position</a:t>
            </a:r>
            <a:endParaRPr lang="en-AE" sz="900" b="0" u="none" strike="noStrike">
              <a:solidFill>
                <a:srgbClr val="000000"/>
              </a:solidFill>
              <a:effectLst/>
              <a:uFillTx/>
              <a:latin typeface="Verdana"/>
            </a:endParaRPr>
          </a:p>
          <a:p>
            <a:pPr algn="ctr" defTabSz="556920">
              <a:lnSpc>
                <a:spcPct val="100000"/>
              </a:lnSpc>
              <a:tabLst>
                <a:tab pos="0" algn="l"/>
              </a:tabLst>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sp>
        <p:nvSpPr>
          <p:cNvPr id="296" name="Rectangle 24"/>
          <p:cNvSpPr/>
          <p:nvPr/>
        </p:nvSpPr>
        <p:spPr>
          <a:xfrm>
            <a:off x="7254000" y="3124800"/>
            <a:ext cx="1991160" cy="1046160"/>
          </a:xfrm>
          <a:prstGeom prst="rect">
            <a:avLst/>
          </a:prstGeom>
          <a:solidFill>
            <a:schemeClr val="bg1">
              <a:lumMod val="9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en-US" sz="900" b="0" u="none" strike="noStrike">
                <a:solidFill>
                  <a:schemeClr val="accent2"/>
                </a:solidFill>
                <a:effectLst/>
                <a:uFillTx/>
                <a:latin typeface="Verdana"/>
              </a:rPr>
              <a:t>Position</a:t>
            </a:r>
            <a:endParaRPr lang="en-AE" sz="900" b="0" u="none" strike="noStrike">
              <a:solidFill>
                <a:srgbClr val="000000"/>
              </a:solidFill>
              <a:effectLst/>
              <a:uFillTx/>
              <a:latin typeface="Verdana"/>
            </a:endParaRPr>
          </a:p>
          <a:p>
            <a:pPr algn="ctr" defTabSz="556920">
              <a:lnSpc>
                <a:spcPct val="100000"/>
              </a:lnSpc>
              <a:tabLst>
                <a:tab pos="0" algn="l"/>
              </a:tabLst>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cxnSp>
        <p:nvCxnSpPr>
          <p:cNvPr id="297" name="Connector: Elbow 26"/>
          <p:cNvCxnSpPr>
            <a:stCxn id="298" idx="0"/>
            <a:endCxn id="299" idx="0"/>
          </p:cNvCxnSpPr>
          <p:nvPr/>
        </p:nvCxnSpPr>
        <p:spPr>
          <a:xfrm rot="16200000">
            <a:off x="4952880" y="-1540440"/>
            <a:ext cx="360" cy="6594120"/>
          </a:xfrm>
          <a:prstGeom prst="bentConnector3">
            <a:avLst>
              <a:gd name="adj1" fmla="val 0"/>
            </a:avLst>
          </a:prstGeom>
          <a:ln>
            <a:solidFill>
              <a:srgbClr val="32353F"/>
            </a:solidFill>
            <a:round/>
          </a:ln>
        </p:spPr>
      </p:cxnSp>
      <p:cxnSp>
        <p:nvCxnSpPr>
          <p:cNvPr id="300" name="Straight Connector 28"/>
          <p:cNvCxnSpPr>
            <a:stCxn id="292" idx="2"/>
          </p:cNvCxnSpPr>
          <p:nvPr/>
        </p:nvCxnSpPr>
        <p:spPr>
          <a:xfrm flipH="1">
            <a:off x="4947480" y="1372680"/>
            <a:ext cx="720" cy="228240"/>
          </a:xfrm>
          <a:prstGeom prst="straightConnector1">
            <a:avLst/>
          </a:prstGeom>
          <a:ln>
            <a:solidFill>
              <a:srgbClr val="32353F"/>
            </a:solidFill>
            <a:round/>
          </a:ln>
        </p:spPr>
      </p:cxnSp>
      <p:cxnSp>
        <p:nvCxnSpPr>
          <p:cNvPr id="301" name="Straight Connector 30"/>
          <p:cNvCxnSpPr/>
          <p:nvPr/>
        </p:nvCxnSpPr>
        <p:spPr>
          <a:xfrm>
            <a:off x="3854880" y="1600560"/>
            <a:ext cx="360" cy="156240"/>
          </a:xfrm>
          <a:prstGeom prst="straightConnector1">
            <a:avLst/>
          </a:prstGeom>
          <a:ln>
            <a:solidFill>
              <a:srgbClr val="32353F"/>
            </a:solidFill>
            <a:round/>
          </a:ln>
        </p:spPr>
      </p:cxnSp>
      <p:cxnSp>
        <p:nvCxnSpPr>
          <p:cNvPr id="302" name="Straight Connector 32"/>
          <p:cNvCxnSpPr/>
          <p:nvPr/>
        </p:nvCxnSpPr>
        <p:spPr>
          <a:xfrm>
            <a:off x="6050160" y="1600560"/>
            <a:ext cx="360" cy="156240"/>
          </a:xfrm>
          <a:prstGeom prst="straightConnector1">
            <a:avLst/>
          </a:prstGeom>
          <a:ln>
            <a:solidFill>
              <a:srgbClr val="32353F"/>
            </a:solidFill>
            <a:round/>
          </a:ln>
        </p:spPr>
      </p:cxnSp>
      <p:cxnSp>
        <p:nvCxnSpPr>
          <p:cNvPr id="303" name="Straight Connector 33"/>
          <p:cNvCxnSpPr>
            <a:stCxn id="304" idx="2"/>
          </p:cNvCxnSpPr>
          <p:nvPr/>
        </p:nvCxnSpPr>
        <p:spPr>
          <a:xfrm>
            <a:off x="3854160" y="2191680"/>
            <a:ext cx="1080" cy="933480"/>
          </a:xfrm>
          <a:prstGeom prst="straightConnector1">
            <a:avLst/>
          </a:prstGeom>
          <a:ln>
            <a:solidFill>
              <a:srgbClr val="32353F"/>
            </a:solidFill>
            <a:round/>
          </a:ln>
        </p:spPr>
      </p:cxnSp>
      <p:cxnSp>
        <p:nvCxnSpPr>
          <p:cNvPr id="305" name="Straight Connector 34"/>
          <p:cNvCxnSpPr>
            <a:stCxn id="306" idx="2"/>
          </p:cNvCxnSpPr>
          <p:nvPr/>
        </p:nvCxnSpPr>
        <p:spPr>
          <a:xfrm flipH="1">
            <a:off x="6050160" y="2191680"/>
            <a:ext cx="2160" cy="933480"/>
          </a:xfrm>
          <a:prstGeom prst="straightConnector1">
            <a:avLst/>
          </a:prstGeom>
          <a:ln>
            <a:solidFill>
              <a:srgbClr val="32353F"/>
            </a:solidFill>
            <a:round/>
          </a:ln>
        </p:spPr>
      </p:cxnSp>
      <p:cxnSp>
        <p:nvCxnSpPr>
          <p:cNvPr id="307" name="Straight Connector 39"/>
          <p:cNvCxnSpPr/>
          <p:nvPr/>
        </p:nvCxnSpPr>
        <p:spPr>
          <a:xfrm>
            <a:off x="1664280" y="2191680"/>
            <a:ext cx="1440" cy="933480"/>
          </a:xfrm>
          <a:prstGeom prst="straightConnector1">
            <a:avLst/>
          </a:prstGeom>
          <a:ln>
            <a:solidFill>
              <a:srgbClr val="32353F"/>
            </a:solidFill>
            <a:round/>
          </a:ln>
        </p:spPr>
      </p:cxnSp>
      <p:cxnSp>
        <p:nvCxnSpPr>
          <p:cNvPr id="308" name="Straight Connector 40"/>
          <p:cNvCxnSpPr/>
          <p:nvPr/>
        </p:nvCxnSpPr>
        <p:spPr>
          <a:xfrm flipH="1">
            <a:off x="8258760" y="2191680"/>
            <a:ext cx="2160" cy="933480"/>
          </a:xfrm>
          <a:prstGeom prst="straightConnector1">
            <a:avLst/>
          </a:prstGeom>
          <a:ln>
            <a:solidFill>
              <a:srgbClr val="32353F"/>
            </a:solidFill>
            <a:round/>
          </a:ln>
        </p:spPr>
      </p:cxnSp>
      <p:sp>
        <p:nvSpPr>
          <p:cNvPr id="309" name="Rectangle 2"/>
          <p:cNvSpPr/>
          <p:nvPr/>
        </p:nvSpPr>
        <p:spPr>
          <a:xfrm>
            <a:off x="660240" y="2324880"/>
            <a:ext cx="1991160" cy="168840"/>
          </a:xfrm>
          <a:prstGeom prst="rect">
            <a:avLst/>
          </a:prstGeom>
          <a:solidFill>
            <a:schemeClr val="accent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900" b="0" u="none" strike="noStrike">
                <a:solidFill>
                  <a:schemeClr val="lt1"/>
                </a:solidFill>
                <a:effectLst/>
                <a:uFillTx/>
                <a:latin typeface="Verdana"/>
              </a:rPr>
              <a:t>Position</a:t>
            </a:r>
            <a:endParaRPr lang="en-AE" sz="900" b="0" u="none" strike="noStrike">
              <a:solidFill>
                <a:srgbClr val="FFFFFF"/>
              </a:solidFill>
              <a:effectLst/>
              <a:uFillTx/>
              <a:latin typeface="Verdana"/>
            </a:endParaRPr>
          </a:p>
        </p:txBody>
      </p:sp>
      <p:sp>
        <p:nvSpPr>
          <p:cNvPr id="310" name="Rectangle 3"/>
          <p:cNvSpPr/>
          <p:nvPr/>
        </p:nvSpPr>
        <p:spPr>
          <a:xfrm>
            <a:off x="2858400" y="2324880"/>
            <a:ext cx="1991160" cy="168840"/>
          </a:xfrm>
          <a:prstGeom prst="rect">
            <a:avLst/>
          </a:prstGeom>
          <a:solidFill>
            <a:schemeClr val="accent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900" b="0" u="none" strike="noStrike">
                <a:solidFill>
                  <a:schemeClr val="lt1"/>
                </a:solidFill>
                <a:effectLst/>
                <a:uFillTx/>
                <a:latin typeface="Verdana"/>
              </a:rPr>
              <a:t>Position</a:t>
            </a:r>
            <a:endParaRPr lang="en-AE" sz="900" b="0" u="none" strike="noStrike">
              <a:solidFill>
                <a:srgbClr val="FFFFFF"/>
              </a:solidFill>
              <a:effectLst/>
              <a:uFillTx/>
              <a:latin typeface="Verdana"/>
            </a:endParaRPr>
          </a:p>
        </p:txBody>
      </p:sp>
      <p:sp>
        <p:nvSpPr>
          <p:cNvPr id="311" name="Rectangle 4"/>
          <p:cNvSpPr/>
          <p:nvPr/>
        </p:nvSpPr>
        <p:spPr>
          <a:xfrm>
            <a:off x="5056200" y="2324880"/>
            <a:ext cx="1991160" cy="168840"/>
          </a:xfrm>
          <a:prstGeom prst="rect">
            <a:avLst/>
          </a:prstGeom>
          <a:solidFill>
            <a:schemeClr val="accent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900" b="0" u="none" strike="noStrike">
                <a:solidFill>
                  <a:schemeClr val="lt1"/>
                </a:solidFill>
                <a:effectLst/>
                <a:uFillTx/>
                <a:latin typeface="Verdana"/>
              </a:rPr>
              <a:t>Position</a:t>
            </a:r>
            <a:endParaRPr lang="en-AE" sz="900" b="0" u="none" strike="noStrike">
              <a:solidFill>
                <a:srgbClr val="FFFFFF"/>
              </a:solidFill>
              <a:effectLst/>
              <a:uFillTx/>
              <a:latin typeface="Verdana"/>
            </a:endParaRPr>
          </a:p>
        </p:txBody>
      </p:sp>
      <p:sp>
        <p:nvSpPr>
          <p:cNvPr id="312" name="Rectangle 5"/>
          <p:cNvSpPr/>
          <p:nvPr/>
        </p:nvSpPr>
        <p:spPr>
          <a:xfrm>
            <a:off x="7254000" y="2324880"/>
            <a:ext cx="1991160" cy="168840"/>
          </a:xfrm>
          <a:prstGeom prst="rect">
            <a:avLst/>
          </a:prstGeom>
          <a:solidFill>
            <a:schemeClr val="accent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900" b="0" u="none" strike="noStrike">
                <a:solidFill>
                  <a:schemeClr val="lt1"/>
                </a:solidFill>
                <a:effectLst/>
                <a:uFillTx/>
                <a:latin typeface="Verdana"/>
              </a:rPr>
              <a:t>Position</a:t>
            </a:r>
            <a:endParaRPr lang="en-AE" sz="900" b="0" u="none" strike="noStrike">
              <a:solidFill>
                <a:srgbClr val="FFFFFF"/>
              </a:solidFill>
              <a:effectLst/>
              <a:uFillTx/>
              <a:latin typeface="Verdana"/>
            </a:endParaRPr>
          </a:p>
        </p:txBody>
      </p:sp>
      <p:sp>
        <p:nvSpPr>
          <p:cNvPr id="313" name="Rectangle 6"/>
          <p:cNvSpPr/>
          <p:nvPr/>
        </p:nvSpPr>
        <p:spPr>
          <a:xfrm>
            <a:off x="660240" y="2494080"/>
            <a:ext cx="1991160" cy="266040"/>
          </a:xfrm>
          <a:prstGeom prst="rect">
            <a:avLst/>
          </a:prstGeom>
          <a:solidFill>
            <a:schemeClr val="bg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sp>
        <p:nvSpPr>
          <p:cNvPr id="314" name="Rectangle 7"/>
          <p:cNvSpPr/>
          <p:nvPr/>
        </p:nvSpPr>
        <p:spPr>
          <a:xfrm>
            <a:off x="2858400" y="2494080"/>
            <a:ext cx="1991160" cy="266040"/>
          </a:xfrm>
          <a:prstGeom prst="rect">
            <a:avLst/>
          </a:prstGeom>
          <a:solidFill>
            <a:schemeClr val="bg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sp>
        <p:nvSpPr>
          <p:cNvPr id="315" name="Rectangle 9"/>
          <p:cNvSpPr/>
          <p:nvPr/>
        </p:nvSpPr>
        <p:spPr>
          <a:xfrm>
            <a:off x="5056200" y="2494080"/>
            <a:ext cx="1991160" cy="266040"/>
          </a:xfrm>
          <a:prstGeom prst="rect">
            <a:avLst/>
          </a:prstGeom>
          <a:solidFill>
            <a:schemeClr val="bg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sp>
        <p:nvSpPr>
          <p:cNvPr id="316" name="Rectangle 11"/>
          <p:cNvSpPr/>
          <p:nvPr/>
        </p:nvSpPr>
        <p:spPr>
          <a:xfrm>
            <a:off x="7254000" y="2494080"/>
            <a:ext cx="1991160" cy="266040"/>
          </a:xfrm>
          <a:prstGeom prst="rect">
            <a:avLst/>
          </a:prstGeom>
          <a:solidFill>
            <a:schemeClr val="bg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sp>
        <p:nvSpPr>
          <p:cNvPr id="298" name="Rectangle 12"/>
          <p:cNvSpPr/>
          <p:nvPr/>
        </p:nvSpPr>
        <p:spPr>
          <a:xfrm>
            <a:off x="660240" y="1756440"/>
            <a:ext cx="1991160" cy="168840"/>
          </a:xfrm>
          <a:prstGeom prst="rect">
            <a:avLst/>
          </a:prstGeom>
          <a:solidFill>
            <a:schemeClr val="accent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900" b="0" u="none" strike="noStrike">
                <a:solidFill>
                  <a:schemeClr val="lt1"/>
                </a:solidFill>
                <a:effectLst/>
                <a:uFillTx/>
                <a:latin typeface="Verdana"/>
              </a:rPr>
              <a:t>Position</a:t>
            </a:r>
            <a:endParaRPr lang="en-AE" sz="900" b="0" u="none" strike="noStrike">
              <a:solidFill>
                <a:srgbClr val="FFFFFF"/>
              </a:solidFill>
              <a:effectLst/>
              <a:uFillTx/>
              <a:latin typeface="Verdana"/>
            </a:endParaRPr>
          </a:p>
        </p:txBody>
      </p:sp>
      <p:sp>
        <p:nvSpPr>
          <p:cNvPr id="317" name="Rectangle 14"/>
          <p:cNvSpPr/>
          <p:nvPr/>
        </p:nvSpPr>
        <p:spPr>
          <a:xfrm>
            <a:off x="2858400" y="1756440"/>
            <a:ext cx="1991160" cy="168840"/>
          </a:xfrm>
          <a:prstGeom prst="rect">
            <a:avLst/>
          </a:prstGeom>
          <a:solidFill>
            <a:schemeClr val="accent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900" b="0" u="none" strike="noStrike">
                <a:solidFill>
                  <a:schemeClr val="lt1"/>
                </a:solidFill>
                <a:effectLst/>
                <a:uFillTx/>
                <a:latin typeface="Verdana"/>
              </a:rPr>
              <a:t>Position</a:t>
            </a:r>
            <a:endParaRPr lang="en-AE" sz="900" b="0" u="none" strike="noStrike">
              <a:solidFill>
                <a:srgbClr val="FFFFFF"/>
              </a:solidFill>
              <a:effectLst/>
              <a:uFillTx/>
              <a:latin typeface="Verdana"/>
            </a:endParaRPr>
          </a:p>
        </p:txBody>
      </p:sp>
      <p:sp>
        <p:nvSpPr>
          <p:cNvPr id="318" name="Rectangle 15"/>
          <p:cNvSpPr/>
          <p:nvPr/>
        </p:nvSpPr>
        <p:spPr>
          <a:xfrm>
            <a:off x="5056200" y="1756440"/>
            <a:ext cx="1991160" cy="168840"/>
          </a:xfrm>
          <a:prstGeom prst="rect">
            <a:avLst/>
          </a:prstGeom>
          <a:solidFill>
            <a:schemeClr val="accent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900" b="0" u="none" strike="noStrike">
                <a:solidFill>
                  <a:schemeClr val="lt1"/>
                </a:solidFill>
                <a:effectLst/>
                <a:uFillTx/>
                <a:latin typeface="Verdana"/>
              </a:rPr>
              <a:t>Position</a:t>
            </a:r>
            <a:endParaRPr lang="en-AE" sz="900" b="0" u="none" strike="noStrike">
              <a:solidFill>
                <a:srgbClr val="FFFFFF"/>
              </a:solidFill>
              <a:effectLst/>
              <a:uFillTx/>
              <a:latin typeface="Verdana"/>
            </a:endParaRPr>
          </a:p>
        </p:txBody>
      </p:sp>
      <p:sp>
        <p:nvSpPr>
          <p:cNvPr id="299" name="Rectangle 16"/>
          <p:cNvSpPr/>
          <p:nvPr/>
        </p:nvSpPr>
        <p:spPr>
          <a:xfrm>
            <a:off x="7254000" y="1756440"/>
            <a:ext cx="1991160" cy="168840"/>
          </a:xfrm>
          <a:prstGeom prst="rect">
            <a:avLst/>
          </a:prstGeom>
          <a:solidFill>
            <a:schemeClr val="accent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900" b="0" u="none" strike="noStrike">
                <a:solidFill>
                  <a:schemeClr val="lt1"/>
                </a:solidFill>
                <a:effectLst/>
                <a:uFillTx/>
                <a:latin typeface="Verdana"/>
              </a:rPr>
              <a:t>Position</a:t>
            </a:r>
            <a:endParaRPr lang="en-AE" sz="900" b="0" u="none" strike="noStrike">
              <a:solidFill>
                <a:srgbClr val="FFFFFF"/>
              </a:solidFill>
              <a:effectLst/>
              <a:uFillTx/>
              <a:latin typeface="Verdana"/>
            </a:endParaRPr>
          </a:p>
        </p:txBody>
      </p:sp>
      <p:sp>
        <p:nvSpPr>
          <p:cNvPr id="319" name="Rectangle 17"/>
          <p:cNvSpPr/>
          <p:nvPr/>
        </p:nvSpPr>
        <p:spPr>
          <a:xfrm>
            <a:off x="660240" y="1925640"/>
            <a:ext cx="1991160" cy="266040"/>
          </a:xfrm>
          <a:prstGeom prst="rect">
            <a:avLst/>
          </a:prstGeom>
          <a:solidFill>
            <a:schemeClr val="bg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556920">
              <a:lnSpc>
                <a:spcPct val="100000"/>
              </a:lnSpc>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sp>
        <p:nvSpPr>
          <p:cNvPr id="304" name="Rectangle 18"/>
          <p:cNvSpPr/>
          <p:nvPr/>
        </p:nvSpPr>
        <p:spPr>
          <a:xfrm>
            <a:off x="2858400" y="1925640"/>
            <a:ext cx="1991160" cy="266040"/>
          </a:xfrm>
          <a:prstGeom prst="rect">
            <a:avLst/>
          </a:prstGeom>
          <a:solidFill>
            <a:schemeClr val="bg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sp>
        <p:nvSpPr>
          <p:cNvPr id="306" name="Rectangle 19"/>
          <p:cNvSpPr/>
          <p:nvPr/>
        </p:nvSpPr>
        <p:spPr>
          <a:xfrm>
            <a:off x="5056200" y="1925640"/>
            <a:ext cx="1991160" cy="266040"/>
          </a:xfrm>
          <a:prstGeom prst="rect">
            <a:avLst/>
          </a:prstGeom>
          <a:solidFill>
            <a:schemeClr val="bg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sp>
        <p:nvSpPr>
          <p:cNvPr id="320" name="Rectangle 20"/>
          <p:cNvSpPr/>
          <p:nvPr/>
        </p:nvSpPr>
        <p:spPr>
          <a:xfrm>
            <a:off x="7254000" y="1925640"/>
            <a:ext cx="1991160" cy="266040"/>
          </a:xfrm>
          <a:prstGeom prst="rect">
            <a:avLst/>
          </a:prstGeom>
          <a:solidFill>
            <a:schemeClr val="bg1"/>
          </a:solidFill>
          <a:ln w="9525">
            <a:solidFill>
              <a:srgbClr val="008C95"/>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tabLst>
                <a:tab pos="0" algn="l"/>
              </a:tabLst>
            </a:pPr>
            <a:r>
              <a:rPr lang="en-US" sz="900" b="1" u="none" strike="noStrike">
                <a:solidFill>
                  <a:schemeClr val="accent1"/>
                </a:solidFill>
                <a:effectLst/>
                <a:uFillTx/>
                <a:latin typeface="Verdana"/>
              </a:rPr>
              <a:t>Name Surname</a:t>
            </a:r>
            <a:endParaRPr lang="en-AE" sz="900" b="0" u="none" strike="noStrike">
              <a:solidFill>
                <a:srgbClr val="000000"/>
              </a:solidFill>
              <a:effectLst/>
              <a:uFillTx/>
              <a:latin typeface="Verdana"/>
            </a:endParaRPr>
          </a:p>
        </p:txBody>
      </p:sp>
      <p:pic>
        <p:nvPicPr>
          <p:cNvPr id="321" name="Picture 25"/>
          <p:cNvPicPr/>
          <p:nvPr/>
        </p:nvPicPr>
        <p:blipFill>
          <a:blip r:embed="rId2"/>
          <a:srcRect l="0" t="82594" r="0" b="4884"/>
          <a:stretch/>
        </p:blipFill>
        <p:spPr>
          <a:xfrm>
            <a:off x="0" y="0"/>
            <a:ext cx="9905760" cy="553680"/>
          </a:xfrm>
          <a:prstGeom prst="rect">
            <a:avLst/>
          </a:prstGeom>
          <a:noFill/>
          <a:ln w="0">
            <a:noFill/>
          </a:ln>
        </p:spPr>
      </p:pic>
      <p:sp>
        <p:nvSpPr>
          <p:cNvPr id="322" name="Rectangle 29"/>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323" name="Graphic 35"/>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324" name="PlaceHolder 1"/>
          <p:cNvSpPr>
            <a:spLocks noGrp="1"/>
          </p:cNvSpPr>
          <p:nvPr>
            <p:ph type="ftr" idx="55"/>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325" name="PlaceHolder 2"/>
          <p:cNvSpPr>
            <a:spLocks noGrp="1"/>
          </p:cNvSpPr>
          <p:nvPr>
            <p:ph type="sldNum" idx="56"/>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DBEA441F-D478-4703-B236-5FB72464F8E7}"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326" name="PlaceHolder 3"/>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
        <p:nvSpPr>
          <p:cNvPr id="327" name="PlaceHolder 4"/>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970" b="0" u="none" strike="noStrike">
                <a:solidFill>
                  <a:srgbClr val="000000"/>
                </a:solidFill>
                <a:effectLst/>
                <a:uFillTx/>
                <a:latin typeface="Verdana"/>
              </a:defRPr>
            </a:lvl1pPr>
            <a:lvl2pPr lvl="1" algn="l">
              <a:spcBef>
                <a:spcPts val="1134"/>
              </a:spcBef>
              <a:buClr>
                <a:srgbClr val="000000"/>
              </a:buClr>
              <a:buSzPct val="75000"/>
              <a:buFont typeface="Symbol" charset="2"/>
              <a:buChar char=""/>
              <a:defRPr lang="en-US" sz="970" b="0" u="none" strike="noStrike">
                <a:solidFill>
                  <a:srgbClr val="000000"/>
                </a:solidFill>
                <a:effectLst/>
                <a:uFillTx/>
                <a:latin typeface="Verdana"/>
              </a:defRPr>
            </a:lvl2pPr>
            <a:lvl3pPr lvl="2" algn="l">
              <a:spcBef>
                <a:spcPts val="850"/>
              </a:spcBef>
              <a:buClr>
                <a:srgbClr val="000000"/>
              </a:buClr>
              <a:buSzPct val="45000"/>
              <a:buFont typeface="Wingdings" charset="2"/>
              <a:buChar char=""/>
              <a:defRPr lang="en-US" sz="970" b="0" u="none" strike="noStrike">
                <a:solidFill>
                  <a:srgbClr val="000000"/>
                </a:solidFill>
                <a:effectLst/>
                <a:uFillTx/>
                <a:latin typeface="Verdana"/>
              </a:defRPr>
            </a:lvl3pPr>
            <a:lvl4pPr lvl="3" algn="l">
              <a:spcBef>
                <a:spcPts val="567"/>
              </a:spcBef>
              <a:buClr>
                <a:srgbClr val="000000"/>
              </a:buClr>
              <a:buSzPct val="75000"/>
              <a:buFont typeface="Symbol" charset="2"/>
              <a:buChar char=""/>
              <a:defRPr lang="en-US" sz="970" b="0" u="none" strike="noStrike">
                <a:solidFill>
                  <a:srgbClr val="000000"/>
                </a:solidFill>
                <a:effectLst/>
                <a:uFillTx/>
                <a:latin typeface="Verdana"/>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Verdana"/>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Verdana"/>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Verdana"/>
              </a:defRPr>
            </a:lvl7pPr>
          </a:lstStyle>
          <a:p>
            <a:pPr marL="432000" indent="-324000" algn="l">
              <a:spcBef>
                <a:spcPts val="1417"/>
              </a:spcBef>
              <a:buClr>
                <a:srgbClr val="000000"/>
              </a:buClr>
              <a:buSzPct val="45000"/>
              <a:buFont typeface="Wingdings" charset="2"/>
              <a:buChar char=""/>
            </a:pPr>
            <a:r>
              <a:rPr lang="en-US" sz="970" b="0" u="none" strike="noStrike">
                <a:solidFill>
                  <a:srgbClr val="000000"/>
                </a:solidFill>
                <a:effectLst/>
                <a:uFillTx/>
                <a:latin typeface="Verdana"/>
              </a:rPr>
              <a:t>Click to edit the outline text format</a:t>
            </a:r>
            <a:endParaRPr lang="en-US" sz="970" b="0" u="none" strike="noStrike">
              <a:solidFill>
                <a:srgbClr val="000000"/>
              </a:solidFill>
              <a:effectLst/>
              <a:uFillTx/>
              <a:latin typeface="Verdana"/>
            </a:endParaRPr>
          </a:p>
          <a:p>
            <a:pPr marL="864000" lvl="1" indent="-324000" algn="l">
              <a:spcBef>
                <a:spcPts val="1134"/>
              </a:spcBef>
              <a:buClr>
                <a:srgbClr val="000000"/>
              </a:buClr>
              <a:buSzPct val="75000"/>
              <a:buFont typeface="Symbol" charset="2"/>
              <a:buChar char=""/>
            </a:pPr>
            <a:r>
              <a:rPr lang="en-US" sz="970" b="0" u="none" strike="noStrike">
                <a:solidFill>
                  <a:srgbClr val="000000"/>
                </a:solidFill>
                <a:effectLst/>
                <a:uFillTx/>
                <a:latin typeface="Verdana"/>
              </a:rPr>
              <a:t>Second Outline Level</a:t>
            </a:r>
            <a:endParaRPr lang="en-US" sz="970" b="0" u="none" strike="noStrike">
              <a:solidFill>
                <a:srgbClr val="000000"/>
              </a:solidFill>
              <a:effectLst/>
              <a:uFillTx/>
              <a:latin typeface="Verdana"/>
            </a:endParaRPr>
          </a:p>
          <a:p>
            <a:pPr marL="1296000" lvl="2" indent="-288000" algn="l">
              <a:spcBef>
                <a:spcPts val="850"/>
              </a:spcBef>
              <a:buClr>
                <a:srgbClr val="000000"/>
              </a:buClr>
              <a:buSzPct val="45000"/>
              <a:buFont typeface="Wingdings" charset="2"/>
              <a:buChar char=""/>
            </a:pPr>
            <a:r>
              <a:rPr lang="en-US" sz="970" b="0" u="none" strike="noStrike">
                <a:solidFill>
                  <a:srgbClr val="000000"/>
                </a:solidFill>
                <a:effectLst/>
                <a:uFillTx/>
                <a:latin typeface="Verdana"/>
              </a:rPr>
              <a:t>Third Outline Level</a:t>
            </a:r>
            <a:endParaRPr lang="en-US" sz="970" b="0" u="none" strike="noStrike">
              <a:solidFill>
                <a:srgbClr val="000000"/>
              </a:solidFill>
              <a:effectLst/>
              <a:uFillTx/>
              <a:latin typeface="Verdana"/>
            </a:endParaRPr>
          </a:p>
          <a:p>
            <a:pPr marL="1728000" lvl="3" indent="-216000" algn="l">
              <a:spcBef>
                <a:spcPts val="567"/>
              </a:spcBef>
              <a:buClr>
                <a:srgbClr val="000000"/>
              </a:buClr>
              <a:buSzPct val="75000"/>
              <a:buFont typeface="Symbol" charset="2"/>
              <a:buChar char=""/>
            </a:pPr>
            <a:r>
              <a:rPr lang="en-US" sz="970" b="0" u="none" strike="noStrike">
                <a:solidFill>
                  <a:srgbClr val="000000"/>
                </a:solidFill>
                <a:effectLst/>
                <a:uFillTx/>
                <a:latin typeface="Verdana"/>
              </a:rPr>
              <a:t>Fourth Outline Level</a:t>
            </a:r>
            <a:endParaRPr lang="en-US" sz="970" b="0" u="none" strike="noStrike">
              <a:solidFill>
                <a:srgbClr val="000000"/>
              </a:solidFill>
              <a:effectLst/>
              <a:uFillTx/>
              <a:latin typeface="Verdana"/>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Verdana"/>
              </a:rPr>
              <a:t>Fifth Outline Level</a:t>
            </a:r>
            <a:endParaRPr lang="en-US" sz="2000" b="0" u="none" strike="noStrike">
              <a:solidFill>
                <a:srgbClr val="000000"/>
              </a:solidFill>
              <a:effectLst/>
              <a:uFillTx/>
              <a:latin typeface="Verdana"/>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Verdana"/>
              </a:rPr>
              <a:t>Sixth Outline Level</a:t>
            </a:r>
            <a:endParaRPr lang="en-US" sz="2000" b="0" u="none" strike="noStrike">
              <a:solidFill>
                <a:srgbClr val="000000"/>
              </a:solidFill>
              <a:effectLst/>
              <a:uFillTx/>
              <a:latin typeface="Verdana"/>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Verdana"/>
              </a:rPr>
              <a:t>Seventh Outline Level</a:t>
            </a:r>
            <a:endParaRPr lang="en-US" sz="2000" b="0" u="none" strike="noStrike">
              <a:solidFill>
                <a:srgbClr val="000000"/>
              </a:solidFill>
              <a:effectLst/>
              <a:uFillTx/>
              <a:latin typeface="Verdana"/>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6_DEFAULT">
    <p:bg>
      <p:bgPr>
        <a:solidFill>
          <a:srgbClr val="FFFFFF"/>
        </a:solidFill>
      </p:bgPr>
    </p:bg>
    <p:spTree>
      <p:nvGrpSpPr>
        <p:cNvPr id="1" name=""/>
        <p:cNvGrpSpPr/>
        <p:nvPr/>
      </p:nvGrpSpPr>
      <p:grpSpPr>
        <a:xfrm>
          <a:off x="0" y="0"/>
          <a:ext cx="0" cy="0"/>
          <a:chOff x="0" y="0"/>
          <a:chExt cx="0" cy="0"/>
        </a:xfrm>
      </p:grpSpPr>
      <p:sp>
        <p:nvSpPr>
          <p:cNvPr id="328" name="PlaceHolder 1"/>
          <p:cNvSpPr>
            <a:spLocks noGrp="1"/>
          </p:cNvSpPr>
          <p:nvPr>
            <p:ph type="body"/>
          </p:nvPr>
        </p:nvSpPr>
        <p:spPr>
          <a:xfrm>
            <a:off x="452880" y="4697640"/>
            <a:ext cx="4435920" cy="1712520"/>
          </a:xfrm>
          <a:prstGeom prst="rect">
            <a:avLst/>
          </a:prstGeom>
          <a:noFill/>
          <a:ln w="0">
            <a:noFill/>
          </a:ln>
        </p:spPr>
        <p:txBody>
          <a:bodyPr lIns="0" tIns="0" rIns="0" bIns="0" anchor="t">
            <a:noAutofit/>
          </a:bodyPr>
          <a:lstStyle>
            <a:lvl1pPr algn="l">
              <a:spcBef>
                <a:spcPts val="1417"/>
              </a:spcBef>
              <a:buClr>
                <a:srgbClr val="000000"/>
              </a:buClr>
              <a:buSzPct val="45000"/>
              <a:buFont typeface="Wingdings" charset="2"/>
              <a:buChar char=""/>
              <a:defRPr lang="en-US" sz="900" b="0" u="none" strike="noStrike">
                <a:solidFill>
                  <a:srgbClr val="000000"/>
                </a:solidFill>
                <a:effectLst/>
                <a:uFillTx/>
                <a:latin typeface="Verdana"/>
              </a:defRPr>
            </a:lvl1pPr>
            <a:lvl2pPr lvl="1" algn="l">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a:spcBef>
                <a:spcPts val="1417"/>
              </a:spcBef>
              <a:buClr>
                <a:srgbClr val="000000"/>
              </a:buClr>
              <a:buSzPct val="45000"/>
              <a:buFont typeface="Wingdings" charset="2"/>
              <a:buChar char=""/>
            </a:pPr>
            <a:r>
              <a:rPr lang="en-US" sz="900" b="0" u="none" strike="noStrike">
                <a:solidFill>
                  <a:srgbClr val="000000"/>
                </a:solidFill>
                <a:effectLst/>
                <a:uFillTx/>
                <a:latin typeface="Verdana"/>
              </a:rPr>
              <a:t>Click to edit the outline text format</a:t>
            </a:r>
            <a:endParaRPr lang="en-US" sz="900" b="0" u="none" strike="noStrike">
              <a:solidFill>
                <a:srgbClr val="000000"/>
              </a:solidFill>
              <a:effectLst/>
              <a:uFillTx/>
              <a:latin typeface="Verdana"/>
            </a:endParaRPr>
          </a:p>
          <a:p>
            <a:pPr marL="864000" lvl="1" indent="-324000" algn="l">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sp>
        <p:nvSpPr>
          <p:cNvPr id="329" name="PlaceHolder 2"/>
          <p:cNvSpPr>
            <a:spLocks noGrp="1"/>
          </p:cNvSpPr>
          <p:nvPr>
            <p:ph type="body"/>
          </p:nvPr>
        </p:nvSpPr>
        <p:spPr>
          <a:xfrm>
            <a:off x="5017680" y="4697640"/>
            <a:ext cx="4435920" cy="1712520"/>
          </a:xfrm>
          <a:prstGeom prst="rect">
            <a:avLst/>
          </a:prstGeom>
          <a:noFill/>
          <a:ln w="0">
            <a:noFill/>
          </a:ln>
        </p:spPr>
        <p:txBody>
          <a:bodyPr lIns="0" tIns="0" rIns="0" bIns="0" anchor="t">
            <a:noAutofit/>
          </a:bodyPr>
          <a:lstStyle>
            <a:lvl1pPr algn="l">
              <a:spcBef>
                <a:spcPts val="1417"/>
              </a:spcBef>
              <a:buClr>
                <a:srgbClr val="000000"/>
              </a:buClr>
              <a:buSzPct val="45000"/>
              <a:buFont typeface="Wingdings" charset="2"/>
              <a:buChar char=""/>
              <a:defRPr lang="en-US" sz="900" b="0" u="none" strike="noStrike">
                <a:solidFill>
                  <a:srgbClr val="000000"/>
                </a:solidFill>
                <a:effectLst/>
                <a:uFillTx/>
                <a:latin typeface="Verdana"/>
              </a:defRPr>
            </a:lvl1pPr>
            <a:lvl2pPr lvl="1" algn="l">
              <a:spcBef>
                <a:spcPts val="1134"/>
              </a:spcBef>
              <a:buClr>
                <a:srgbClr val="000000"/>
              </a:buClr>
              <a:buSzPct val="75000"/>
              <a:buFont typeface="Symbol" charset="2"/>
              <a:buChar char=""/>
              <a:defRPr lang="en-US" sz="900" b="0" u="none" strike="noStrike">
                <a:solidFill>
                  <a:srgbClr val="000000"/>
                </a:solidFill>
                <a:effectLst/>
                <a:uFillTx/>
                <a:latin typeface="Verdana"/>
              </a:defRPr>
            </a:lvl2pPr>
            <a:lvl3pPr lvl="2" algn="l">
              <a:spcBef>
                <a:spcPts val="850"/>
              </a:spcBef>
              <a:buClr>
                <a:srgbClr val="000000"/>
              </a:buClr>
              <a:buSzPct val="45000"/>
              <a:buFont typeface="Wingdings" charset="2"/>
              <a:buChar char=""/>
              <a:defRPr lang="en-US" sz="900" b="0" u="none" strike="noStrike">
                <a:solidFill>
                  <a:srgbClr val="000000"/>
                </a:solidFill>
                <a:effectLst/>
                <a:uFillTx/>
                <a:latin typeface="Verdana"/>
              </a:defRPr>
            </a:lvl3pPr>
            <a:lvl4pPr lvl="3" algn="l">
              <a:spcBef>
                <a:spcPts val="567"/>
              </a:spcBef>
              <a:buClr>
                <a:srgbClr val="000000"/>
              </a:buClr>
              <a:buSzPct val="75000"/>
              <a:buFont typeface="Symbol" charset="2"/>
              <a:buChar char=""/>
              <a:defRPr lang="en-US" sz="900" b="0" u="none" strike="noStrike">
                <a:solidFill>
                  <a:srgbClr val="000000"/>
                </a:solidFill>
                <a:effectLst/>
                <a:uFillTx/>
                <a:latin typeface="Verdana"/>
              </a:defRPr>
            </a:lvl4pPr>
            <a:lvl5pPr lvl="4" algn="l">
              <a:spcBef>
                <a:spcPts val="283"/>
              </a:spcBef>
              <a:buClr>
                <a:srgbClr val="000000"/>
              </a:buClr>
              <a:buSzPct val="45000"/>
              <a:buFont typeface="Wingdings" charset="2"/>
              <a:buChar char=""/>
              <a:defRPr lang="en-US" sz="900" b="0" u="none" strike="noStrike">
                <a:solidFill>
                  <a:srgbClr val="000000"/>
                </a:solidFill>
                <a:effectLst/>
                <a:uFillTx/>
                <a:latin typeface="Verdana"/>
              </a:defRPr>
            </a:lvl5pPr>
            <a:lvl6pPr lvl="5" algn="l">
              <a:spcBef>
                <a:spcPts val="283"/>
              </a:spcBef>
              <a:buClr>
                <a:srgbClr val="000000"/>
              </a:buClr>
              <a:buSzPct val="45000"/>
              <a:buFont typeface="Wingdings" charset="2"/>
              <a:buChar char=""/>
              <a:defRPr lang="en-US" sz="900" b="0" u="none" strike="noStrike">
                <a:solidFill>
                  <a:srgbClr val="000000"/>
                </a:solidFill>
                <a:effectLst/>
                <a:uFillTx/>
                <a:latin typeface="Verdana"/>
              </a:defRPr>
            </a:lvl6pPr>
            <a:lvl7pPr lvl="6" algn="l">
              <a:spcBef>
                <a:spcPts val="283"/>
              </a:spcBef>
              <a:buClr>
                <a:srgbClr val="000000"/>
              </a:buClr>
              <a:buSzPct val="45000"/>
              <a:buFont typeface="Wingdings" charset="2"/>
              <a:buChar char=""/>
              <a:defRPr lang="en-US" sz="900" b="0" u="none" strike="noStrike">
                <a:solidFill>
                  <a:srgbClr val="000000"/>
                </a:solidFill>
                <a:effectLst/>
                <a:uFillTx/>
                <a:latin typeface="Verdana"/>
              </a:defRPr>
            </a:lvl7pPr>
          </a:lstStyle>
          <a:p>
            <a:pPr algn="l">
              <a:spcBef>
                <a:spcPts val="1417"/>
              </a:spcBef>
              <a:buClr>
                <a:srgbClr val="000000"/>
              </a:buClr>
              <a:buSzPct val="45000"/>
              <a:buFont typeface="Wingdings" charset="2"/>
              <a:buChar char=""/>
            </a:pPr>
            <a:r>
              <a:rPr lang="en-US" sz="900" b="0" u="none" strike="noStrike">
                <a:solidFill>
                  <a:srgbClr val="000000"/>
                </a:solidFill>
                <a:effectLst/>
                <a:uFillTx/>
                <a:latin typeface="Verdana"/>
              </a:rPr>
              <a:t>Click to edit the outline text format</a:t>
            </a:r>
            <a:endParaRPr lang="en-US" sz="900" b="0" u="none" strike="noStrike">
              <a:solidFill>
                <a:srgbClr val="000000"/>
              </a:solidFill>
              <a:effectLst/>
              <a:uFillTx/>
              <a:latin typeface="Verdana"/>
            </a:endParaRPr>
          </a:p>
          <a:p>
            <a:pPr marL="864000" lvl="1" indent="-324000" algn="l">
              <a:spcBef>
                <a:spcPts val="1134"/>
              </a:spcBef>
              <a:buClr>
                <a:srgbClr val="000000"/>
              </a:buClr>
              <a:buSzPct val="75000"/>
              <a:buFont typeface="Symbol" charset="2"/>
              <a:buChar char=""/>
            </a:pPr>
            <a:r>
              <a:rPr lang="en-US" sz="900" b="0" u="none" strike="noStrike">
                <a:solidFill>
                  <a:srgbClr val="000000"/>
                </a:solidFill>
                <a:effectLst/>
                <a:uFillTx/>
                <a:latin typeface="Verdana"/>
              </a:rPr>
              <a:t>Second Outline Level</a:t>
            </a:r>
            <a:endParaRPr lang="en-US" sz="900" b="0" u="none" strike="noStrike">
              <a:solidFill>
                <a:srgbClr val="000000"/>
              </a:solidFill>
              <a:effectLst/>
              <a:uFillTx/>
              <a:latin typeface="Verdana"/>
            </a:endParaRPr>
          </a:p>
          <a:p>
            <a:pPr marL="1296000" lvl="2" indent="-288000" algn="l">
              <a:spcBef>
                <a:spcPts val="850"/>
              </a:spcBef>
              <a:buClr>
                <a:srgbClr val="000000"/>
              </a:buClr>
              <a:buSzPct val="45000"/>
              <a:buFont typeface="Wingdings" charset="2"/>
              <a:buChar char=""/>
            </a:pPr>
            <a:r>
              <a:rPr lang="en-US" sz="900" b="0" u="none" strike="noStrike">
                <a:solidFill>
                  <a:srgbClr val="000000"/>
                </a:solidFill>
                <a:effectLst/>
                <a:uFillTx/>
                <a:latin typeface="Verdana"/>
              </a:rPr>
              <a:t>Third Outline Level</a:t>
            </a:r>
            <a:endParaRPr lang="en-US" sz="900" b="0" u="none" strike="noStrike">
              <a:solidFill>
                <a:srgbClr val="000000"/>
              </a:solidFill>
              <a:effectLst/>
              <a:uFillTx/>
              <a:latin typeface="Verdana"/>
            </a:endParaRPr>
          </a:p>
          <a:p>
            <a:pPr marL="1728000" lvl="3" indent="-216000" algn="l">
              <a:spcBef>
                <a:spcPts val="567"/>
              </a:spcBef>
              <a:buClr>
                <a:srgbClr val="000000"/>
              </a:buClr>
              <a:buSzPct val="75000"/>
              <a:buFont typeface="Symbol" charset="2"/>
              <a:buChar char=""/>
            </a:pPr>
            <a:r>
              <a:rPr lang="en-US" sz="900" b="0" u="none" strike="noStrike">
                <a:solidFill>
                  <a:srgbClr val="000000"/>
                </a:solidFill>
                <a:effectLst/>
                <a:uFillTx/>
                <a:latin typeface="Verdana"/>
              </a:rPr>
              <a:t>Fourth Outline Level</a:t>
            </a:r>
            <a:endParaRPr lang="en-US" sz="900" b="0" u="none" strike="noStrike">
              <a:solidFill>
                <a:srgbClr val="000000"/>
              </a:solidFill>
              <a:effectLst/>
              <a:uFillTx/>
              <a:latin typeface="Verdana"/>
            </a:endParaRPr>
          </a:p>
          <a:p>
            <a:pPr marL="2160000" lvl="4" indent="-216000" algn="l">
              <a:spcBef>
                <a:spcPts val="283"/>
              </a:spcBef>
              <a:buClr>
                <a:srgbClr val="000000"/>
              </a:buClr>
              <a:buSzPct val="45000"/>
              <a:buFont typeface="Wingdings" charset="2"/>
              <a:buChar char=""/>
            </a:pPr>
            <a:r>
              <a:rPr lang="en-US" sz="900" b="0" u="none" strike="noStrike">
                <a:solidFill>
                  <a:srgbClr val="000000"/>
                </a:solidFill>
                <a:effectLst/>
                <a:uFillTx/>
                <a:latin typeface="Verdana"/>
              </a:rPr>
              <a:t>Fifth Outline Level</a:t>
            </a:r>
            <a:endParaRPr lang="en-US" sz="900" b="0" u="none" strike="noStrike">
              <a:solidFill>
                <a:srgbClr val="000000"/>
              </a:solidFill>
              <a:effectLst/>
              <a:uFillTx/>
              <a:latin typeface="Verdana"/>
            </a:endParaRPr>
          </a:p>
          <a:p>
            <a:pPr marL="2592000" lvl="5" indent="-216000" algn="l">
              <a:spcBef>
                <a:spcPts val="283"/>
              </a:spcBef>
              <a:buClr>
                <a:srgbClr val="000000"/>
              </a:buClr>
              <a:buSzPct val="45000"/>
              <a:buFont typeface="Wingdings" charset="2"/>
              <a:buChar char=""/>
            </a:pPr>
            <a:r>
              <a:rPr lang="en-US" sz="900" b="0" u="none" strike="noStrike">
                <a:solidFill>
                  <a:srgbClr val="000000"/>
                </a:solidFill>
                <a:effectLst/>
                <a:uFillTx/>
                <a:latin typeface="Verdana"/>
              </a:rPr>
              <a:t>Sixth Outline Level</a:t>
            </a:r>
            <a:endParaRPr lang="en-US" sz="900" b="0" u="none" strike="noStrike">
              <a:solidFill>
                <a:srgbClr val="000000"/>
              </a:solidFill>
              <a:effectLst/>
              <a:uFillTx/>
              <a:latin typeface="Verdana"/>
            </a:endParaRPr>
          </a:p>
          <a:p>
            <a:pPr marL="3024000" lvl="6" indent="-216000" algn="l">
              <a:spcBef>
                <a:spcPts val="283"/>
              </a:spcBef>
              <a:buClr>
                <a:srgbClr val="000000"/>
              </a:buClr>
              <a:buSzPct val="45000"/>
              <a:buFont typeface="Wingdings" charset="2"/>
              <a:buChar char=""/>
            </a:pPr>
            <a:r>
              <a:rPr lang="en-US" sz="900" b="0" u="none" strike="noStrike">
                <a:solidFill>
                  <a:srgbClr val="000000"/>
                </a:solidFill>
                <a:effectLst/>
                <a:uFillTx/>
                <a:latin typeface="Verdana"/>
              </a:rPr>
              <a:t>Seventh Outline Level</a:t>
            </a:r>
            <a:endParaRPr lang="en-US" sz="900" b="0" u="none" strike="noStrike">
              <a:solidFill>
                <a:srgbClr val="000000"/>
              </a:solidFill>
              <a:effectLst/>
              <a:uFillTx/>
              <a:latin typeface="Verdana"/>
            </a:endParaRPr>
          </a:p>
        </p:txBody>
      </p:sp>
      <p:sp>
        <p:nvSpPr>
          <p:cNvPr id="330" name="PlaceHolder 3"/>
          <p:cNvSpPr>
            <a:spLocks noGrp="1"/>
          </p:cNvSpPr>
          <p:nvPr>
            <p:ph type="body"/>
          </p:nvPr>
        </p:nvSpPr>
        <p:spPr>
          <a:xfrm>
            <a:off x="452880" y="975960"/>
            <a:ext cx="9001080" cy="3564000"/>
          </a:xfrm>
          <a:prstGeom prst="rect">
            <a:avLst/>
          </a:prstGeom>
          <a:solidFill>
            <a:schemeClr val="lt1">
              <a:lumMod val="95000"/>
            </a:schemeClr>
          </a:solidFill>
          <a:ln w="0">
            <a:noFill/>
          </a:ln>
        </p:spPr>
        <p:txBody>
          <a:bodyPr lIns="90000" tIns="45000" rIns="90000" bIns="45000" anchor="t">
            <a:noAutofit/>
          </a:bodyPr>
          <a:lstStyle>
            <a:lvl1pPr algn="l">
              <a:spcBef>
                <a:spcPts val="1417"/>
              </a:spcBef>
              <a:buClr>
                <a:srgbClr val="000000"/>
              </a:buClr>
              <a:buSzPct val="45000"/>
              <a:buFont typeface="Wingdings" charset="2"/>
              <a:buChar char=""/>
              <a:defRPr lang="en-US" sz="1090" b="0" u="none" strike="noStrike">
                <a:solidFill>
                  <a:srgbClr val="000000"/>
                </a:solidFill>
                <a:effectLst/>
                <a:uFillTx/>
                <a:latin typeface="Verdana"/>
              </a:defRPr>
            </a:lvl1pPr>
            <a:lvl2pPr lvl="1" algn="l">
              <a:spcBef>
                <a:spcPts val="1134"/>
              </a:spcBef>
              <a:buClr>
                <a:srgbClr val="000000"/>
              </a:buClr>
              <a:buSzPct val="75000"/>
              <a:buFont typeface="Symbol" charset="2"/>
              <a:buChar char=""/>
              <a:defRPr lang="en-US" sz="1090" b="0" u="none" strike="noStrike">
                <a:solidFill>
                  <a:srgbClr val="000000"/>
                </a:solidFill>
                <a:effectLst/>
                <a:uFillTx/>
                <a:latin typeface="Verdana"/>
              </a:defRPr>
            </a:lvl2pPr>
            <a:lvl3pPr lvl="2" algn="l">
              <a:spcBef>
                <a:spcPts val="850"/>
              </a:spcBef>
              <a:buClr>
                <a:srgbClr val="000000"/>
              </a:buClr>
              <a:buSzPct val="45000"/>
              <a:buFont typeface="Wingdings" charset="2"/>
              <a:buChar char=""/>
              <a:defRPr lang="en-US" sz="1090" b="0" u="none" strike="noStrike">
                <a:solidFill>
                  <a:srgbClr val="000000"/>
                </a:solidFill>
                <a:effectLst/>
                <a:uFillTx/>
                <a:latin typeface="Verdana"/>
              </a:defRPr>
            </a:lvl3pPr>
            <a:lvl4pPr lvl="3" algn="l">
              <a:spcBef>
                <a:spcPts val="567"/>
              </a:spcBef>
              <a:buClr>
                <a:srgbClr val="000000"/>
              </a:buClr>
              <a:buSzPct val="75000"/>
              <a:buFont typeface="Symbol" charset="2"/>
              <a:buChar char=""/>
              <a:defRPr lang="en-US" sz="1090" b="0" u="none" strike="noStrike">
                <a:solidFill>
                  <a:srgbClr val="000000"/>
                </a:solidFill>
                <a:effectLst/>
                <a:uFillTx/>
                <a:latin typeface="Verdana"/>
              </a:defRPr>
            </a:lvl4pPr>
            <a:lvl5pPr lvl="4" algn="l">
              <a:spcBef>
                <a:spcPts val="283"/>
              </a:spcBef>
              <a:buClr>
                <a:srgbClr val="000000"/>
              </a:buClr>
              <a:buSzPct val="45000"/>
              <a:buFont typeface="Wingdings" charset="2"/>
              <a:buChar char=""/>
              <a:defRPr lang="en-US" sz="1090" b="0" u="none" strike="noStrike">
                <a:solidFill>
                  <a:srgbClr val="000000"/>
                </a:solidFill>
                <a:effectLst/>
                <a:uFillTx/>
                <a:latin typeface="Verdana"/>
              </a:defRPr>
            </a:lvl5pPr>
            <a:lvl6pPr lvl="5" algn="l">
              <a:spcBef>
                <a:spcPts val="283"/>
              </a:spcBef>
              <a:buClr>
                <a:srgbClr val="000000"/>
              </a:buClr>
              <a:buSzPct val="45000"/>
              <a:buFont typeface="Wingdings" charset="2"/>
              <a:buChar char=""/>
              <a:defRPr lang="en-US" sz="1090" b="0" u="none" strike="noStrike">
                <a:solidFill>
                  <a:srgbClr val="000000"/>
                </a:solidFill>
                <a:effectLst/>
                <a:uFillTx/>
                <a:latin typeface="Verdana"/>
              </a:defRPr>
            </a:lvl6pPr>
            <a:lvl7pPr lvl="6" algn="l">
              <a:spcBef>
                <a:spcPts val="283"/>
              </a:spcBef>
              <a:buClr>
                <a:srgbClr val="000000"/>
              </a:buClr>
              <a:buSzPct val="45000"/>
              <a:buFont typeface="Wingdings" charset="2"/>
              <a:buChar char=""/>
              <a:defRPr lang="en-US" sz="1090" b="0" u="none" strike="noStrike">
                <a:solidFill>
                  <a:srgbClr val="000000"/>
                </a:solidFill>
                <a:effectLst/>
                <a:uFillTx/>
                <a:latin typeface="Verdana"/>
              </a:defRPr>
            </a:lvl7pPr>
          </a:lstStyle>
          <a:p>
            <a:pPr indent="-324000" algn="l">
              <a:spcBef>
                <a:spcPts val="1417"/>
              </a:spcBef>
              <a:buClr>
                <a:srgbClr val="000000"/>
              </a:buClr>
              <a:buSzPct val="45000"/>
              <a:buFont typeface="Wingdings" charset="2"/>
              <a:buChar char=""/>
            </a:pPr>
            <a:r>
              <a:rPr lang="en-US" sz="1090" b="0" u="none" strike="noStrike">
                <a:solidFill>
                  <a:srgbClr val="000000"/>
                </a:solidFill>
                <a:effectLst/>
                <a:uFillTx/>
                <a:latin typeface="Verdana"/>
              </a:rPr>
              <a:t>Click to edit the outline text format</a:t>
            </a:r>
            <a:endParaRPr lang="en-US" sz="1090" b="0" u="none" strike="noStrike">
              <a:solidFill>
                <a:srgbClr val="000000"/>
              </a:solidFill>
              <a:effectLst/>
              <a:uFillTx/>
              <a:latin typeface="Verdana"/>
            </a:endParaRPr>
          </a:p>
          <a:p>
            <a:pPr marL="278640" lvl="1" indent="-324000" algn="l">
              <a:spcBef>
                <a:spcPts val="1134"/>
              </a:spcBef>
              <a:buClr>
                <a:srgbClr val="000000"/>
              </a:buClr>
              <a:buSzPct val="75000"/>
              <a:buFont typeface="Symbol" charset="2"/>
              <a:buChar char=""/>
            </a:pPr>
            <a:r>
              <a:rPr lang="en-US" sz="1090" b="0" u="none" strike="noStrike">
                <a:solidFill>
                  <a:srgbClr val="000000"/>
                </a:solidFill>
                <a:effectLst/>
                <a:uFillTx/>
                <a:latin typeface="Verdana"/>
              </a:rPr>
              <a:t>Second Outline Level</a:t>
            </a:r>
            <a:endParaRPr lang="en-US" sz="1090" b="0" u="none" strike="noStrike">
              <a:solidFill>
                <a:srgbClr val="000000"/>
              </a:solidFill>
              <a:effectLst/>
              <a:uFillTx/>
              <a:latin typeface="Verdana"/>
            </a:endParaRPr>
          </a:p>
          <a:p>
            <a:pPr marL="556920" lvl="2" indent="-288000" algn="l">
              <a:spcBef>
                <a:spcPts val="850"/>
              </a:spcBef>
              <a:buClr>
                <a:srgbClr val="000000"/>
              </a:buClr>
              <a:buSzPct val="45000"/>
              <a:buFont typeface="Wingdings" charset="2"/>
              <a:buChar char=""/>
            </a:pPr>
            <a:r>
              <a:rPr lang="en-US" sz="1090" b="0" u="none" strike="noStrike">
                <a:solidFill>
                  <a:srgbClr val="000000"/>
                </a:solidFill>
                <a:effectLst/>
                <a:uFillTx/>
                <a:latin typeface="Verdana"/>
              </a:rPr>
              <a:t>Third Outline Level</a:t>
            </a:r>
            <a:endParaRPr lang="en-US" sz="1090" b="0" u="none" strike="noStrike">
              <a:solidFill>
                <a:srgbClr val="000000"/>
              </a:solidFill>
              <a:effectLst/>
              <a:uFillTx/>
              <a:latin typeface="Verdana"/>
            </a:endParaRPr>
          </a:p>
          <a:p>
            <a:pPr marL="835560" lvl="3" indent="-216000" algn="l">
              <a:spcBef>
                <a:spcPts val="567"/>
              </a:spcBef>
              <a:buClr>
                <a:srgbClr val="000000"/>
              </a:buClr>
              <a:buSzPct val="75000"/>
              <a:buFont typeface="Symbol" charset="2"/>
              <a:buChar char=""/>
            </a:pPr>
            <a:r>
              <a:rPr lang="en-US" sz="1090" b="0" u="none" strike="noStrike">
                <a:solidFill>
                  <a:srgbClr val="000000"/>
                </a:solidFill>
                <a:effectLst/>
                <a:uFillTx/>
                <a:latin typeface="Verdana"/>
              </a:rPr>
              <a:t>Fourth Outline Level</a:t>
            </a:r>
            <a:endParaRPr lang="en-US" sz="1090" b="0" u="none" strike="noStrike">
              <a:solidFill>
                <a:srgbClr val="000000"/>
              </a:solidFill>
              <a:effectLst/>
              <a:uFillTx/>
              <a:latin typeface="Verdana"/>
            </a:endParaRPr>
          </a:p>
          <a:p>
            <a:pPr marL="1114200" lvl="4" indent="-216000" algn="l">
              <a:spcBef>
                <a:spcPts val="283"/>
              </a:spcBef>
              <a:buClr>
                <a:srgbClr val="000000"/>
              </a:buClr>
              <a:buSzPct val="45000"/>
              <a:buFont typeface="Wingdings" charset="2"/>
              <a:buChar char=""/>
            </a:pPr>
            <a:r>
              <a:rPr lang="en-US" sz="1090" b="0" u="none" strike="noStrike">
                <a:solidFill>
                  <a:srgbClr val="000000"/>
                </a:solidFill>
                <a:effectLst/>
                <a:uFillTx/>
                <a:latin typeface="Verdana"/>
              </a:rPr>
              <a:t>Fifth Outline Level</a:t>
            </a:r>
            <a:endParaRPr lang="en-US" sz="1090" b="0" u="none" strike="noStrike">
              <a:solidFill>
                <a:srgbClr val="000000"/>
              </a:solidFill>
              <a:effectLst/>
              <a:uFillTx/>
              <a:latin typeface="Verdana"/>
            </a:endParaRPr>
          </a:p>
          <a:p>
            <a:pPr marL="1392480" lvl="5" indent="-216000" algn="l">
              <a:spcBef>
                <a:spcPts val="283"/>
              </a:spcBef>
              <a:buClr>
                <a:srgbClr val="000000"/>
              </a:buClr>
              <a:buSzPct val="45000"/>
              <a:buFont typeface="Wingdings" charset="2"/>
              <a:buChar char=""/>
            </a:pPr>
            <a:r>
              <a:rPr lang="en-US" sz="1090" b="0" u="none" strike="noStrike">
                <a:solidFill>
                  <a:srgbClr val="000000"/>
                </a:solidFill>
                <a:effectLst/>
                <a:uFillTx/>
                <a:latin typeface="Verdana"/>
              </a:rPr>
              <a:t>Sixth Outline Level</a:t>
            </a:r>
            <a:endParaRPr lang="en-US" sz="1090" b="0" u="none" strike="noStrike">
              <a:solidFill>
                <a:srgbClr val="000000"/>
              </a:solidFill>
              <a:effectLst/>
              <a:uFillTx/>
              <a:latin typeface="Verdana"/>
            </a:endParaRPr>
          </a:p>
          <a:p>
            <a:pPr marL="1671120" lvl="6" indent="-216000" algn="l">
              <a:spcBef>
                <a:spcPts val="283"/>
              </a:spcBef>
              <a:buClr>
                <a:srgbClr val="000000"/>
              </a:buClr>
              <a:buSzPct val="45000"/>
              <a:buFont typeface="Wingdings" charset="2"/>
              <a:buChar char=""/>
            </a:pPr>
            <a:r>
              <a:rPr lang="en-US" sz="1090" b="0" u="none" strike="noStrike">
                <a:solidFill>
                  <a:srgbClr val="000000"/>
                </a:solidFill>
                <a:effectLst/>
                <a:uFillTx/>
                <a:latin typeface="Verdana"/>
              </a:rPr>
              <a:t>Seventh Outline Level</a:t>
            </a:r>
            <a:endParaRPr lang="en-US" sz="1090" b="0" u="none" strike="noStrike">
              <a:solidFill>
                <a:srgbClr val="000000"/>
              </a:solidFill>
              <a:effectLst/>
              <a:uFillTx/>
              <a:latin typeface="Verdana"/>
            </a:endParaRPr>
          </a:p>
        </p:txBody>
      </p:sp>
      <p:pic>
        <p:nvPicPr>
          <p:cNvPr id="331" name="Picture 4"/>
          <p:cNvPicPr/>
          <p:nvPr/>
        </p:nvPicPr>
        <p:blipFill>
          <a:blip r:embed="rId2"/>
          <a:srcRect l="0" t="82594" r="0" b="4884"/>
          <a:stretch/>
        </p:blipFill>
        <p:spPr>
          <a:xfrm>
            <a:off x="0" y="0"/>
            <a:ext cx="9905760" cy="553680"/>
          </a:xfrm>
          <a:prstGeom prst="rect">
            <a:avLst/>
          </a:prstGeom>
          <a:noFill/>
          <a:ln w="0">
            <a:noFill/>
          </a:ln>
        </p:spPr>
      </p:pic>
      <p:sp>
        <p:nvSpPr>
          <p:cNvPr id="332" name="Rectangle 6"/>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333" name="Graphic 9"/>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334" name="PlaceHolder 4"/>
          <p:cNvSpPr>
            <a:spLocks noGrp="1"/>
          </p:cNvSpPr>
          <p:nvPr>
            <p:ph type="ftr" idx="57"/>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335" name="PlaceHolder 5"/>
          <p:cNvSpPr>
            <a:spLocks noGrp="1"/>
          </p:cNvSpPr>
          <p:nvPr>
            <p:ph type="sldNum" idx="58"/>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3AF75808-2523-4AA9-A6CC-B8E1033DCADC}"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336" name="PlaceHolder 6"/>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0_Custom Layout">
    <p:bg>
      <p:bgPr>
        <a:solidFill>
          <a:schemeClr val="lt1"/>
        </a:solidFill>
      </p:bgPr>
    </p:bg>
    <p:spTree>
      <p:nvGrpSpPr>
        <p:cNvPr id="1" name=""/>
        <p:cNvGrpSpPr/>
        <p:nvPr/>
      </p:nvGrpSpPr>
      <p:grpSpPr>
        <a:xfrm>
          <a:off x="0" y="0"/>
          <a:ext cx="0" cy="0"/>
          <a:chOff x="0" y="0"/>
          <a:chExt cx="0" cy="0"/>
        </a:xfrm>
      </p:grpSpPr>
      <p:sp>
        <p:nvSpPr>
          <p:cNvPr id="352" name="PlaceHolder 1"/>
          <p:cNvSpPr>
            <a:spLocks noGrp="1"/>
          </p:cNvSpPr>
          <p:nvPr>
            <p:ph type="ftr" idx="61"/>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353" name="PlaceHolder 2"/>
          <p:cNvSpPr>
            <a:spLocks noGrp="1"/>
          </p:cNvSpPr>
          <p:nvPr>
            <p:ph type="sldNum" idx="62"/>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CFE51283-F692-417F-835C-B8848D63393F}"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pic>
        <p:nvPicPr>
          <p:cNvPr id="354" name="Picture 5"/>
          <p:cNvPicPr/>
          <p:nvPr/>
        </p:nvPicPr>
        <p:blipFill>
          <a:blip r:embed="rId2"/>
          <a:stretch/>
        </p:blipFill>
        <p:spPr>
          <a:xfrm>
            <a:off x="8627040" y="160920"/>
            <a:ext cx="826200" cy="231840"/>
          </a:xfrm>
          <a:prstGeom prst="rect">
            <a:avLst/>
          </a:prstGeom>
          <a:noFill/>
          <a:ln w="0">
            <a:noFill/>
          </a:ln>
        </p:spPr>
      </p:pic>
      <p:sp>
        <p:nvSpPr>
          <p:cNvPr id="355" name="PlaceHolder 3"/>
          <p:cNvSpPr>
            <a:spLocks noGrp="1"/>
          </p:cNvSpPr>
          <p:nvPr>
            <p:ph type="body" hasCustomPrompt="1"/>
          </p:nvPr>
        </p:nvSpPr>
        <p:spPr>
          <a:xfrm>
            <a:off x="452880" y="738720"/>
            <a:ext cx="9001080" cy="54000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2200" b="0"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2200" b="0" u="none" strike="noStrike">
                <a:solidFill>
                  <a:schemeClr val="accent1"/>
                </a:solidFill>
                <a:effectLst/>
                <a:uFillTx/>
                <a:latin typeface="Verdana"/>
                <a:ea typeface="Verdana"/>
              </a:rPr>
              <a:t>SECTION TITLE</a:t>
            </a:r>
            <a:endParaRPr lang="en-US" sz="2200" b="0" u="none" strike="noStrike">
              <a:solidFill>
                <a:schemeClr val="accent2"/>
              </a:solidFill>
              <a:effectLst/>
              <a:uFillTx/>
              <a:latin typeface="Verdana"/>
            </a:endParaRPr>
          </a:p>
        </p:txBody>
      </p:sp>
      <p:sp>
        <p:nvSpPr>
          <p:cNvPr id="356" name="PlaceHolder 4"/>
          <p:cNvSpPr>
            <a:spLocks noGrp="1"/>
          </p:cNvSpPr>
          <p:nvPr>
            <p:ph type="body"/>
          </p:nvPr>
        </p:nvSpPr>
        <p:spPr>
          <a:xfrm>
            <a:off x="452880" y="1803600"/>
            <a:ext cx="9000000" cy="46054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70" b="0" u="none" strike="noStrike">
                <a:solidFill>
                  <a:schemeClr val="accent2"/>
                </a:solidFill>
                <a:effectLst/>
                <a:uFillTx/>
                <a:latin typeface="Verdana"/>
                <a:ea typeface="Verdana"/>
              </a:defRPr>
            </a:lvl1pPr>
            <a:lvl2pPr indent="0" algn="l" defTabSz="914400">
              <a:lnSpc>
                <a:spcPct val="100000"/>
              </a:lnSpc>
              <a:buNone/>
              <a:tabLst>
                <a:tab pos="0" algn="l"/>
              </a:tabLst>
              <a:defRPr lang="en-US" sz="900" b="0" u="none" strike="noStrike">
                <a:solidFill>
                  <a:schemeClr val="accent2"/>
                </a:solidFill>
                <a:effectLst/>
                <a:uFillTx/>
                <a:latin typeface="Verdana"/>
                <a:ea typeface="Verdana"/>
              </a:defRPr>
            </a:lvl2pPr>
            <a:lvl3pPr indent="0" algn="l" defTabSz="914400">
              <a:lnSpc>
                <a:spcPct val="100000"/>
              </a:lnSpc>
              <a:buNone/>
              <a:tabLst>
                <a:tab pos="0" algn="l"/>
              </a:tabLst>
              <a:defRPr lang="en-US" sz="900" b="0" u="none" strike="noStrike">
                <a:solidFill>
                  <a:schemeClr val="accent2"/>
                </a:solidFill>
                <a:effectLst/>
                <a:uFillTx/>
                <a:latin typeface="Verdana"/>
                <a:ea typeface="Verdana"/>
              </a:defRPr>
            </a:lvl3pPr>
            <a:lvl4pPr indent="0" algn="l" defTabSz="914400">
              <a:lnSpc>
                <a:spcPct val="100000"/>
              </a:lnSpc>
              <a:buNone/>
              <a:tabLst>
                <a:tab pos="0" algn="l"/>
              </a:tabLst>
              <a:defRPr lang="en-US" sz="900" b="0" u="none" strike="noStrike">
                <a:solidFill>
                  <a:schemeClr val="accent2"/>
                </a:solidFill>
                <a:effectLst/>
                <a:uFillTx/>
                <a:latin typeface="Verdana"/>
                <a:ea typeface="Verdana"/>
              </a:defRPr>
            </a:lvl4pPr>
            <a:lvl5pPr indent="0" algn="l" defTabSz="91440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914400">
              <a:lnSpc>
                <a:spcPct val="100000"/>
              </a:lnSpc>
              <a:buNone/>
              <a:tabLst>
                <a:tab pos="0" algn="l"/>
              </a:tabLst>
            </a:pPr>
            <a:r>
              <a:rPr lang="en-US" sz="970" b="0" u="none" strike="noStrike">
                <a:solidFill>
                  <a:schemeClr val="accent2"/>
                </a:solidFill>
                <a:effectLst/>
                <a:uFillTx/>
                <a:latin typeface="Verdana"/>
                <a:ea typeface="Verdana"/>
              </a:rPr>
              <a:t>Click to edit Master text styles</a:t>
            </a:r>
            <a:endParaRPr lang="en-US" sz="97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0" u="none" strike="noStrike">
              <a:solidFill>
                <a:schemeClr val="accent2"/>
              </a:solidFill>
              <a:effectLst/>
              <a:uFillTx/>
              <a:latin typeface="Verdana"/>
            </a:endParaRPr>
          </a:p>
        </p:txBody>
      </p:sp>
      <p:sp>
        <p:nvSpPr>
          <p:cNvPr id="357" name="PlaceHolder 5"/>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ck Cover All Countries">
    <p:bg>
      <p:bgPr>
        <a:solidFill>
          <a:schemeClr val="lt1"/>
        </a:solidFill>
      </p:bgPr>
    </p:bg>
    <p:spTree>
      <p:nvGrpSpPr>
        <p:cNvPr id="1" name=""/>
        <p:cNvGrpSpPr/>
        <p:nvPr/>
      </p:nvGrpSpPr>
      <p:grpSpPr>
        <a:xfrm>
          <a:off x="0" y="0"/>
          <a:ext cx="0" cy="0"/>
          <a:chOff x="0" y="0"/>
          <a:chExt cx="0" cy="0"/>
        </a:xfrm>
      </p:grpSpPr>
      <p:pic>
        <p:nvPicPr>
          <p:cNvPr id="384" name="Picture 3"/>
          <p:cNvPicPr/>
          <p:nvPr/>
        </p:nvPicPr>
        <p:blipFill>
          <a:blip r:embed="rId2"/>
          <a:srcRect l="0" t="0" r="11062" b="0"/>
          <a:stretch/>
        </p:blipFill>
        <p:spPr>
          <a:xfrm>
            <a:off x="0" y="0"/>
            <a:ext cx="9905760" cy="6897240"/>
          </a:xfrm>
          <a:prstGeom prst="rect">
            <a:avLst/>
          </a:prstGeom>
          <a:noFill/>
          <a:ln w="0">
            <a:noFill/>
          </a:ln>
        </p:spPr>
      </p:pic>
      <p:sp>
        <p:nvSpPr>
          <p:cNvPr id="385" name="Rectangle 6"/>
          <p:cNvSpPr/>
          <p:nvPr/>
        </p:nvSpPr>
        <p:spPr>
          <a:xfrm>
            <a:off x="0" y="0"/>
            <a:ext cx="9905760" cy="5592240"/>
          </a:xfrm>
          <a:prstGeom prst="rect">
            <a:avLst/>
          </a:prstGeom>
          <a:gradFill rotWithShape="0">
            <a:gsLst>
              <a:gs pos="0">
                <a:srgbClr val="008C95"/>
              </a:gs>
              <a:gs pos="100000">
                <a:srgbClr val="008C95">
                  <a:alpha val="0"/>
                </a:srgbClr>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sp>
        <p:nvSpPr>
          <p:cNvPr id="386" name="TextBox 8"/>
          <p:cNvSpPr/>
          <p:nvPr/>
        </p:nvSpPr>
        <p:spPr>
          <a:xfrm>
            <a:off x="675000" y="984240"/>
            <a:ext cx="2980800" cy="3341880"/>
          </a:xfrm>
          <a:prstGeom prst="rect">
            <a:avLst/>
          </a:prstGeom>
          <a:noFill/>
          <a:ln w="0">
            <a:noFill/>
          </a:ln>
        </p:spPr>
        <p:style>
          <a:lnRef idx="0"/>
          <a:fillRef idx="0"/>
          <a:effectRef idx="0"/>
          <a:fontRef idx="minor"/>
        </p:style>
        <p:txBody>
          <a:bodyPr lIns="0" tIns="0" rIns="0" bIns="0" anchor="t">
            <a:spAutoFit/>
          </a:bodyPr>
          <a:p>
            <a:pPr defTabSz="556920">
              <a:lnSpc>
                <a:spcPct val="130000"/>
              </a:lnSpc>
            </a:pPr>
            <a:r>
              <a:rPr lang="en-US" sz="800" b="1" u="none" strike="noStrike">
                <a:solidFill>
                  <a:srgbClr val="FFFFFF"/>
                </a:solidFill>
                <a:effectLst/>
                <a:uFillTx/>
                <a:latin typeface="Verdana"/>
                <a:ea typeface="Verdana"/>
              </a:rPr>
              <a:t>Dubai</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601-608, The offices at Ibn Battuta Gate</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Jebel Ali 1-Village</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PO Box 2556</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Dubai, United Arab Emirates</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T / +971 (0) 4 432 6242</a:t>
            </a:r>
            <a:endParaRPr lang="en-AE" sz="800" b="0" u="none" strike="noStrike">
              <a:solidFill>
                <a:srgbClr val="000000"/>
              </a:solidFill>
              <a:effectLst/>
              <a:uFillTx/>
              <a:latin typeface="Verdana"/>
            </a:endParaRPr>
          </a:p>
          <a:p>
            <a:pPr defTabSz="556920">
              <a:lnSpc>
                <a:spcPct val="130000"/>
              </a:lnSpc>
            </a:pPr>
            <a:endParaRPr lang="en-AE" sz="800" b="0" u="none" strike="noStrike">
              <a:solidFill>
                <a:srgbClr val="000000"/>
              </a:solidFill>
              <a:effectLst/>
              <a:uFillTx/>
              <a:latin typeface="Verdana"/>
            </a:endParaRPr>
          </a:p>
          <a:p>
            <a:pPr defTabSz="556920">
              <a:lnSpc>
                <a:spcPct val="130000"/>
              </a:lnSpc>
            </a:pPr>
            <a:r>
              <a:rPr lang="en-US" sz="800" b="1" u="none" strike="noStrike">
                <a:solidFill>
                  <a:srgbClr val="FFFFFF"/>
                </a:solidFill>
                <a:effectLst/>
                <a:uFillTx/>
                <a:latin typeface="Verdana"/>
                <a:ea typeface="Verdana"/>
              </a:rPr>
              <a:t>Abu Dhabi</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Haibu Space, Abu Dhabi Mall</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1st floor, Office 37</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Tourist Club Area</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Abu Dhabi, United Arab Emirates</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T / +971 (0) 2 201 2527</a:t>
            </a:r>
            <a:endParaRPr lang="en-AE" sz="800" b="0" u="none" strike="noStrike">
              <a:solidFill>
                <a:srgbClr val="000000"/>
              </a:solidFill>
              <a:effectLst/>
              <a:uFillTx/>
              <a:latin typeface="Verdana"/>
            </a:endParaRPr>
          </a:p>
          <a:p>
            <a:pPr defTabSz="556920">
              <a:lnSpc>
                <a:spcPct val="130000"/>
              </a:lnSpc>
            </a:pPr>
            <a:endParaRPr lang="en-AE" sz="800" b="0" u="none" strike="noStrike">
              <a:solidFill>
                <a:srgbClr val="000000"/>
              </a:solidFill>
              <a:effectLst/>
              <a:uFillTx/>
              <a:latin typeface="Verdana"/>
            </a:endParaRPr>
          </a:p>
          <a:p>
            <a:pPr defTabSz="556920">
              <a:lnSpc>
                <a:spcPct val="130000"/>
              </a:lnSpc>
            </a:pPr>
            <a:r>
              <a:rPr lang="en-US" sz="800" b="1" u="none" strike="noStrike">
                <a:solidFill>
                  <a:srgbClr val="FFFFFF"/>
                </a:solidFill>
                <a:effectLst/>
                <a:uFillTx/>
                <a:latin typeface="Verdana"/>
                <a:ea typeface="Verdana"/>
              </a:rPr>
              <a:t>Riyadh</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9391 Wadi Al Thummamah</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2444 Al Olaya District</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12214 Riyadh</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Kingdom of Saudi Arabia</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T / +966 (0) 112 278 288</a:t>
            </a:r>
            <a:endParaRPr lang="en-AE" sz="800" b="0" u="none" strike="noStrike">
              <a:solidFill>
                <a:srgbClr val="000000"/>
              </a:solidFill>
              <a:effectLst/>
              <a:uFillTx/>
              <a:latin typeface="Verdana"/>
            </a:endParaRPr>
          </a:p>
          <a:p>
            <a:pPr defTabSz="556920">
              <a:lnSpc>
                <a:spcPct val="130000"/>
              </a:lnSpc>
            </a:pPr>
            <a:endParaRPr lang="en-AE" sz="800" b="0" u="none" strike="noStrike">
              <a:solidFill>
                <a:srgbClr val="000000"/>
              </a:solidFill>
              <a:effectLst/>
              <a:uFillTx/>
              <a:latin typeface="Verdana"/>
            </a:endParaRPr>
          </a:p>
        </p:txBody>
      </p:sp>
      <p:sp>
        <p:nvSpPr>
          <p:cNvPr id="387" name="TextBox 10"/>
          <p:cNvSpPr/>
          <p:nvPr/>
        </p:nvSpPr>
        <p:spPr>
          <a:xfrm>
            <a:off x="3915720" y="984240"/>
            <a:ext cx="2504160" cy="2865960"/>
          </a:xfrm>
          <a:prstGeom prst="rect">
            <a:avLst/>
          </a:prstGeom>
          <a:noFill/>
          <a:ln w="0">
            <a:noFill/>
          </a:ln>
        </p:spPr>
        <p:style>
          <a:lnRef idx="0"/>
          <a:fillRef idx="0"/>
          <a:effectRef idx="0"/>
          <a:fontRef idx="minor"/>
        </p:style>
        <p:txBody>
          <a:bodyPr lIns="0" tIns="0" rIns="0" bIns="0" anchor="t">
            <a:spAutoFit/>
          </a:bodyPr>
          <a:p>
            <a:pPr defTabSz="556920">
              <a:lnSpc>
                <a:spcPct val="130000"/>
              </a:lnSpc>
            </a:pPr>
            <a:r>
              <a:rPr lang="en-US" sz="800" b="1" u="none" strike="noStrike">
                <a:solidFill>
                  <a:srgbClr val="FFFFFF"/>
                </a:solidFill>
                <a:effectLst/>
                <a:uFillTx/>
                <a:latin typeface="Verdana"/>
                <a:ea typeface="Verdana"/>
              </a:rPr>
              <a:t>Singapore</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111 Somerset Road</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#08-10A</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111 Somerset</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Singapore 238164</a:t>
            </a:r>
            <a:endParaRPr lang="en-AE" sz="800" b="0" u="none" strike="noStrike">
              <a:solidFill>
                <a:srgbClr val="000000"/>
              </a:solidFill>
              <a:effectLst/>
              <a:uFillTx/>
              <a:latin typeface="Verdana"/>
            </a:endParaRPr>
          </a:p>
          <a:p>
            <a:pPr defTabSz="556920">
              <a:lnSpc>
                <a:spcPct val="130000"/>
              </a:lnSpc>
            </a:pPr>
            <a:endParaRPr lang="en-AE" sz="800" b="0" u="none" strike="noStrike">
              <a:solidFill>
                <a:srgbClr val="000000"/>
              </a:solidFill>
              <a:effectLst/>
              <a:uFillTx/>
              <a:latin typeface="Verdana"/>
            </a:endParaRPr>
          </a:p>
          <a:p>
            <a:pPr defTabSz="556920">
              <a:lnSpc>
                <a:spcPct val="130000"/>
              </a:lnSpc>
            </a:pPr>
            <a:r>
              <a:rPr lang="en-US" sz="800" b="1" u="none" strike="noStrike">
                <a:solidFill>
                  <a:srgbClr val="FFFFFF"/>
                </a:solidFill>
                <a:effectLst/>
                <a:uFillTx/>
                <a:latin typeface="Verdana"/>
                <a:ea typeface="Verdana"/>
              </a:rPr>
              <a:t>Sydney</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8 Parramatta Square</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49th Floor, Office 117</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Parramatta, Sydney</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New South Wales 2150</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Australia</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T / +61 (0) 2 8042 6817</a:t>
            </a:r>
            <a:endParaRPr lang="en-AE" sz="800" b="0" u="none" strike="noStrike">
              <a:solidFill>
                <a:srgbClr val="000000"/>
              </a:solidFill>
              <a:effectLst/>
              <a:uFillTx/>
              <a:latin typeface="Verdana"/>
            </a:endParaRPr>
          </a:p>
          <a:p>
            <a:pPr defTabSz="556920">
              <a:lnSpc>
                <a:spcPct val="130000"/>
              </a:lnSpc>
            </a:pPr>
            <a:endParaRPr lang="en-AE" sz="800" b="0" u="none" strike="noStrike">
              <a:solidFill>
                <a:srgbClr val="000000"/>
              </a:solidFill>
              <a:effectLst/>
              <a:uFillTx/>
              <a:latin typeface="Verdana"/>
            </a:endParaRPr>
          </a:p>
          <a:p>
            <a:pPr defTabSz="556920">
              <a:lnSpc>
                <a:spcPct val="130000"/>
              </a:lnSpc>
            </a:pPr>
            <a:r>
              <a:rPr lang="en-US" sz="800" b="1" u="none" strike="noStrike">
                <a:solidFill>
                  <a:srgbClr val="FFFFFF"/>
                </a:solidFill>
                <a:effectLst/>
                <a:uFillTx/>
                <a:latin typeface="Verdana"/>
                <a:ea typeface="Verdana"/>
              </a:rPr>
              <a:t>Melbourne</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32/F, 367 Collins Street</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Melbourne, VIC 3000</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Australia</a:t>
            </a:r>
            <a:endParaRPr lang="en-AE" sz="800" b="0" u="none" strike="noStrike">
              <a:solidFill>
                <a:srgbClr val="000000"/>
              </a:solidFill>
              <a:effectLst/>
              <a:uFillTx/>
              <a:latin typeface="Verdana"/>
            </a:endParaRPr>
          </a:p>
        </p:txBody>
      </p:sp>
      <p:sp>
        <p:nvSpPr>
          <p:cNvPr id="388" name="TextBox 13"/>
          <p:cNvSpPr/>
          <p:nvPr/>
        </p:nvSpPr>
        <p:spPr>
          <a:xfrm>
            <a:off x="675000" y="4528800"/>
            <a:ext cx="4954680" cy="512640"/>
          </a:xfrm>
          <a:prstGeom prst="rect">
            <a:avLst/>
          </a:prstGeom>
          <a:noFill/>
          <a:ln w="0">
            <a:noFill/>
          </a:ln>
        </p:spPr>
        <p:style>
          <a:lnRef idx="0"/>
          <a:fillRef idx="0"/>
          <a:effectRef idx="0"/>
          <a:fontRef idx="minor"/>
        </p:style>
        <p:txBody>
          <a:bodyPr lIns="0" tIns="0" rIns="0" bIns="0" anchor="t">
            <a:spAutoFit/>
          </a:bodyPr>
          <a:p>
            <a:pPr defTabSz="556920">
              <a:lnSpc>
                <a:spcPct val="200000"/>
              </a:lnSpc>
            </a:pPr>
            <a:r>
              <a:rPr lang="en-US" sz="900" b="0" u="none" strike="noStrike">
                <a:solidFill>
                  <a:srgbClr val="FFFFFF"/>
                </a:solidFill>
                <a:effectLst/>
                <a:uFillTx/>
                <a:latin typeface="Verdana"/>
                <a:ea typeface="Verdana"/>
              </a:rPr>
              <a:t>www.aesg.com</a:t>
            </a:r>
            <a:endParaRPr lang="en-AE" sz="900" b="0" u="none" strike="noStrike">
              <a:solidFill>
                <a:srgbClr val="000000"/>
              </a:solidFill>
              <a:effectLst/>
              <a:uFillTx/>
              <a:latin typeface="Verdana"/>
            </a:endParaRPr>
          </a:p>
          <a:p>
            <a:pPr defTabSz="556920">
              <a:lnSpc>
                <a:spcPct val="200000"/>
              </a:lnSpc>
            </a:pPr>
            <a:r>
              <a:rPr lang="en-US" sz="900" b="0" u="none" strike="noStrike">
                <a:solidFill>
                  <a:srgbClr val="FFFFFF"/>
                </a:solidFill>
                <a:effectLst/>
                <a:uFillTx/>
                <a:latin typeface="Verdana"/>
                <a:ea typeface="Verdana"/>
              </a:rPr>
              <a:t>info@aesg.com</a:t>
            </a:r>
            <a:endParaRPr lang="en-AE" sz="900" b="0" u="none" strike="noStrike">
              <a:solidFill>
                <a:srgbClr val="000000"/>
              </a:solidFill>
              <a:effectLst/>
              <a:uFillTx/>
              <a:latin typeface="Verdana"/>
            </a:endParaRPr>
          </a:p>
        </p:txBody>
      </p:sp>
      <p:sp>
        <p:nvSpPr>
          <p:cNvPr id="389" name="TextBox 1"/>
          <p:cNvSpPr/>
          <p:nvPr/>
        </p:nvSpPr>
        <p:spPr>
          <a:xfrm>
            <a:off x="6679800" y="984240"/>
            <a:ext cx="2504160" cy="2065680"/>
          </a:xfrm>
          <a:prstGeom prst="rect">
            <a:avLst/>
          </a:prstGeom>
          <a:noFill/>
          <a:ln w="0">
            <a:noFill/>
          </a:ln>
        </p:spPr>
        <p:style>
          <a:lnRef idx="0"/>
          <a:fillRef idx="0"/>
          <a:effectRef idx="0"/>
          <a:fontRef idx="minor"/>
        </p:style>
        <p:txBody>
          <a:bodyPr lIns="0" tIns="0" rIns="0" bIns="0" anchor="t">
            <a:spAutoFit/>
          </a:bodyPr>
          <a:p>
            <a:pPr defTabSz="556920">
              <a:lnSpc>
                <a:spcPct val="130000"/>
              </a:lnSpc>
            </a:pPr>
            <a:r>
              <a:rPr lang="en-US" sz="800" b="1" u="none" strike="noStrike">
                <a:solidFill>
                  <a:srgbClr val="FFFFFF"/>
                </a:solidFill>
                <a:effectLst/>
                <a:uFillTx/>
                <a:latin typeface="Verdana"/>
                <a:ea typeface="Verdana"/>
              </a:rPr>
              <a:t>London</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305 Mermaid House</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2 Puddle Dock</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London, EC4V 3DS</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United Kingdom</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T / +44 (0) 208 037 8762</a:t>
            </a:r>
            <a:endParaRPr lang="en-AE" sz="800" b="0" u="none" strike="noStrike">
              <a:solidFill>
                <a:srgbClr val="000000"/>
              </a:solidFill>
              <a:effectLst/>
              <a:uFillTx/>
              <a:latin typeface="Verdana"/>
            </a:endParaRPr>
          </a:p>
          <a:p>
            <a:pPr defTabSz="556920">
              <a:lnSpc>
                <a:spcPct val="130000"/>
              </a:lnSpc>
            </a:pPr>
            <a:endParaRPr lang="en-AE" sz="800" b="0" u="none" strike="noStrike">
              <a:solidFill>
                <a:srgbClr val="000000"/>
              </a:solidFill>
              <a:effectLst/>
              <a:uFillTx/>
              <a:latin typeface="Verdana"/>
            </a:endParaRPr>
          </a:p>
          <a:p>
            <a:pPr defTabSz="556920">
              <a:lnSpc>
                <a:spcPct val="130000"/>
              </a:lnSpc>
            </a:pPr>
            <a:r>
              <a:rPr lang="en-US" sz="800" b="1" u="none" strike="noStrike">
                <a:solidFill>
                  <a:srgbClr val="FFFFFF"/>
                </a:solidFill>
                <a:effectLst/>
                <a:uFillTx/>
                <a:latin typeface="Verdana"/>
                <a:ea typeface="Verdana"/>
              </a:rPr>
              <a:t>South Africa</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11th Floor, Office 1101</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2 Long Street</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Cape Town 8000</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Western Cape, South Africa</a:t>
            </a:r>
            <a:endParaRPr lang="en-AE" sz="800" b="0" u="none" strike="noStrike">
              <a:solidFill>
                <a:srgbClr val="000000"/>
              </a:solidFill>
              <a:effectLst/>
              <a:uFillTx/>
              <a:latin typeface="Verdana"/>
            </a:endParaRPr>
          </a:p>
          <a:p>
            <a:pPr defTabSz="556920">
              <a:lnSpc>
                <a:spcPct val="130000"/>
              </a:lnSpc>
            </a:pPr>
            <a:r>
              <a:rPr lang="en-US" sz="800" b="0" u="none" strike="noStrike">
                <a:solidFill>
                  <a:srgbClr val="FFFFFF"/>
                </a:solidFill>
                <a:effectLst/>
                <a:uFillTx/>
                <a:latin typeface="Verdana"/>
                <a:ea typeface="Verdana"/>
              </a:rPr>
              <a:t>T / +27 (0) 21 137 6444</a:t>
            </a:r>
            <a:endParaRPr lang="en-AE" sz="800" b="0" u="none" strike="noStrike">
              <a:solidFill>
                <a:srgbClr val="000000"/>
              </a:solidFill>
              <a:effectLst/>
              <a:uFillTx/>
              <a:latin typeface="Verdana"/>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ivider Buildings">
    <p:bg>
      <p:bgPr>
        <a:solidFill>
          <a:schemeClr val="lt1"/>
        </a:solidFill>
      </p:bgPr>
    </p:bg>
    <p:spTree>
      <p:nvGrpSpPr>
        <p:cNvPr id="1" name=""/>
        <p:cNvGrpSpPr/>
        <p:nvPr/>
      </p:nvGrpSpPr>
      <p:grpSpPr>
        <a:xfrm>
          <a:off x="0" y="0"/>
          <a:ext cx="0" cy="0"/>
          <a:chOff x="0" y="0"/>
          <a:chExt cx="0" cy="0"/>
        </a:xfrm>
      </p:grpSpPr>
      <p:pic>
        <p:nvPicPr>
          <p:cNvPr id="390" name="Picture 12"/>
          <p:cNvPicPr/>
          <p:nvPr/>
        </p:nvPicPr>
        <p:blipFill>
          <a:blip r:embed="rId2"/>
          <a:srcRect l="0" t="11739" r="0" b="0"/>
          <a:stretch/>
        </p:blipFill>
        <p:spPr>
          <a:xfrm>
            <a:off x="0" y="0"/>
            <a:ext cx="9905760" cy="6857640"/>
          </a:xfrm>
          <a:prstGeom prst="rect">
            <a:avLst/>
          </a:prstGeom>
          <a:noFill/>
          <a:ln w="0">
            <a:noFill/>
          </a:ln>
        </p:spPr>
      </p:pic>
      <p:sp>
        <p:nvSpPr>
          <p:cNvPr id="391" name="Rectangle 5"/>
          <p:cNvSpPr/>
          <p:nvPr/>
        </p:nvSpPr>
        <p:spPr>
          <a:xfrm>
            <a:off x="0" y="0"/>
            <a:ext cx="9905760" cy="6857640"/>
          </a:xfrm>
          <a:prstGeom prst="rect">
            <a:avLst/>
          </a:prstGeom>
          <a:gradFill rotWithShape="0">
            <a:gsLst>
              <a:gs pos="0">
                <a:srgbClr val="008C95"/>
              </a:gs>
              <a:gs pos="100000">
                <a:srgbClr val="008C95">
                  <a:alpha val="0"/>
                </a:srgbClr>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sp>
        <p:nvSpPr>
          <p:cNvPr id="392" name="PlaceHolder 1"/>
          <p:cNvSpPr>
            <a:spLocks noGrp="1"/>
          </p:cNvSpPr>
          <p:nvPr>
            <p:ph type="body"/>
          </p:nvPr>
        </p:nvSpPr>
        <p:spPr>
          <a:xfrm>
            <a:off x="452520" y="2045520"/>
            <a:ext cx="9000720" cy="430200"/>
          </a:xfrm>
          <a:prstGeom prst="rect">
            <a:avLst/>
          </a:prstGeom>
          <a:noFill/>
          <a:ln w="0">
            <a:noFill/>
          </a:ln>
        </p:spPr>
        <p:txBody>
          <a:bodyPr lIns="90000" tIns="45000" rIns="90000" bIns="45000" anchor="t">
            <a:noAutofit/>
          </a:bodyPr>
          <a:lstStyle>
            <a:lvl1pPr indent="0" algn="l">
              <a:lnSpc>
                <a:spcPct val="100000"/>
              </a:lnSpc>
              <a:buNone/>
              <a:defRPr lang="en-US" sz="2200" b="1" u="none" strike="noStrike">
                <a:solidFill>
                  <a:schemeClr val="lt1"/>
                </a:solidFill>
                <a:effectLst/>
                <a:uFillTx/>
                <a:latin typeface="Verdana"/>
                <a:ea typeface="Verdana"/>
              </a:defRPr>
            </a:lvl1pPr>
          </a:lstStyle>
          <a:p>
            <a:pPr indent="0" algn="l">
              <a:lnSpc>
                <a:spcPct val="100000"/>
              </a:lnSpc>
              <a:buNone/>
            </a:pPr>
            <a:r>
              <a:rPr lang="en-US" sz="2200" b="1" u="none" strike="noStrike">
                <a:solidFill>
                  <a:schemeClr val="lt1"/>
                </a:solidFill>
                <a:effectLst/>
                <a:uFillTx/>
                <a:latin typeface="Verdana"/>
                <a:ea typeface="Verdana"/>
              </a:rPr>
              <a:t>Click to edit Master text styles</a:t>
            </a:r>
            <a:endParaRPr lang="en-US" sz="2200" b="1" u="none" strike="noStrike">
              <a:solidFill>
                <a:schemeClr val="lt1"/>
              </a:solidFill>
              <a:effectLst/>
              <a:uFillTx/>
              <a:latin typeface="Verdana"/>
            </a:endParaRPr>
          </a:p>
        </p:txBody>
      </p:sp>
      <p:sp>
        <p:nvSpPr>
          <p:cNvPr id="393" name="Rectangle 14"/>
          <p:cNvSpPr/>
          <p:nvPr/>
        </p:nvSpPr>
        <p:spPr>
          <a:xfrm>
            <a:off x="0" y="0"/>
            <a:ext cx="9905760" cy="655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394" name="Picture 19"/>
          <p:cNvPicPr/>
          <p:nvPr/>
        </p:nvPicPr>
        <p:blipFill>
          <a:blip r:embed="rId3"/>
          <a:stretch/>
        </p:blipFill>
        <p:spPr>
          <a:xfrm>
            <a:off x="8493840" y="192240"/>
            <a:ext cx="959400" cy="271800"/>
          </a:xfrm>
          <a:prstGeom prst="rect">
            <a:avLst/>
          </a:prstGeom>
          <a:noFill/>
          <a:ln w="0">
            <a:noFill/>
          </a:ln>
        </p:spPr>
      </p:pic>
      <p:sp>
        <p:nvSpPr>
          <p:cNvPr id="395" name="PlaceHolder 2"/>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Layout">
    <p:bg>
      <p:bgPr>
        <a:solidFill>
          <a:schemeClr val="lt1"/>
        </a:solidFill>
      </p:bgPr>
    </p:bg>
    <p:spTree>
      <p:nvGrpSpPr>
        <p:cNvPr id="1" name=""/>
        <p:cNvGrpSpPr/>
        <p:nvPr/>
      </p:nvGrpSpPr>
      <p:grpSpPr>
        <a:xfrm>
          <a:off x="0" y="0"/>
          <a:ext cx="0" cy="0"/>
          <a:chOff x="0" y="0"/>
          <a:chExt cx="0" cy="0"/>
        </a:xfrm>
      </p:grpSpPr>
      <p:sp>
        <p:nvSpPr>
          <p:cNvPr id="411" name="PlaceHolder 1"/>
          <p:cNvSpPr>
            <a:spLocks noGrp="1"/>
          </p:cNvSpPr>
          <p:nvPr>
            <p:ph type="body" hasCustomPrompt="1"/>
          </p:nvPr>
        </p:nvSpPr>
        <p:spPr>
          <a:xfrm>
            <a:off x="460800" y="738720"/>
            <a:ext cx="8993160" cy="540000"/>
          </a:xfrm>
          <a:prstGeom prst="rect">
            <a:avLst/>
          </a:prstGeom>
          <a:noFill/>
          <a:ln w="0">
            <a:noFill/>
          </a:ln>
        </p:spPr>
        <p:txBody>
          <a:bodyPr lIns="90000" tIns="45000" rIns="90000" bIns="45000" anchor="ctr">
            <a:noAutofit/>
          </a:bodyPr>
          <a:lstStyle>
            <a:lvl1pPr indent="0" algn="l" defTabSz="914400">
              <a:lnSpc>
                <a:spcPct val="100000"/>
              </a:lnSpc>
              <a:buNone/>
              <a:tabLst>
                <a:tab pos="0" algn="l"/>
              </a:tabLst>
              <a:defRPr lang="en-US" sz="2200" b="0"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2200" b="0" u="none" strike="noStrike">
                <a:solidFill>
                  <a:schemeClr val="accent1"/>
                </a:solidFill>
                <a:effectLst/>
                <a:uFillTx/>
                <a:latin typeface="Verdana"/>
                <a:ea typeface="Verdana"/>
              </a:rPr>
              <a:t>SECTION TITLE</a:t>
            </a:r>
            <a:endParaRPr lang="en-US" sz="2200" b="0" u="none" strike="noStrike">
              <a:solidFill>
                <a:schemeClr val="accent2"/>
              </a:solidFill>
              <a:effectLst/>
              <a:uFillTx/>
              <a:latin typeface="Verdana"/>
            </a:endParaRPr>
          </a:p>
        </p:txBody>
      </p:sp>
      <p:sp>
        <p:nvSpPr>
          <p:cNvPr id="412" name="PlaceHolder 2"/>
          <p:cNvSpPr>
            <a:spLocks noGrp="1"/>
          </p:cNvSpPr>
          <p:nvPr>
            <p:ph type="body" hasCustomPrompt="1"/>
          </p:nvPr>
        </p:nvSpPr>
        <p:spPr>
          <a:xfrm>
            <a:off x="460800" y="1461960"/>
            <a:ext cx="8993160" cy="36648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1800" b="1" u="none" strike="noStrike">
                <a:solidFill>
                  <a:schemeClr val="accent1"/>
                </a:solidFill>
                <a:effectLst/>
                <a:uFillTx/>
                <a:latin typeface="Verdana"/>
                <a:ea typeface="Verdana"/>
              </a:defRPr>
            </a:lvl1pPr>
          </a:lstStyle>
          <a:p>
            <a:pPr indent="0" algn="l" defTabSz="914400">
              <a:lnSpc>
                <a:spcPct val="100000"/>
              </a:lnSpc>
              <a:buNone/>
              <a:tabLst>
                <a:tab pos="0" algn="l"/>
              </a:tabLst>
            </a:pPr>
            <a:r>
              <a:rPr lang="en-US" sz="1800" b="1" u="none" strike="noStrike">
                <a:solidFill>
                  <a:schemeClr val="accent1"/>
                </a:solidFill>
                <a:effectLst/>
                <a:uFillTx/>
                <a:latin typeface="Verdana"/>
                <a:ea typeface="Verdana"/>
              </a:rPr>
              <a:t>HEADING 1</a:t>
            </a:r>
            <a:endParaRPr lang="en-US" sz="1800" b="0" u="none" strike="noStrike">
              <a:solidFill>
                <a:schemeClr val="accent2"/>
              </a:solidFill>
              <a:effectLst/>
              <a:uFillTx/>
              <a:latin typeface="Verdana"/>
            </a:endParaRPr>
          </a:p>
        </p:txBody>
      </p:sp>
      <p:sp>
        <p:nvSpPr>
          <p:cNvPr id="413" name="PlaceHolder 3"/>
          <p:cNvSpPr>
            <a:spLocks noGrp="1"/>
          </p:cNvSpPr>
          <p:nvPr>
            <p:ph type="body"/>
          </p:nvPr>
        </p:nvSpPr>
        <p:spPr>
          <a:xfrm>
            <a:off x="460800" y="1950480"/>
            <a:ext cx="8993160" cy="445896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chemeClr val="accent2"/>
                </a:solidFill>
                <a:effectLst/>
                <a:uFillTx/>
                <a:latin typeface="Verdana"/>
                <a:ea typeface="Verdana"/>
              </a:defRPr>
            </a:lvl1pPr>
            <a:lvl2pPr indent="0" algn="l" defTabSz="914400">
              <a:lnSpc>
                <a:spcPct val="100000"/>
              </a:lnSpc>
              <a:buNone/>
              <a:tabLst>
                <a:tab pos="0" algn="l"/>
              </a:tabLst>
              <a:defRPr lang="en-US" sz="900" b="0" u="none" strike="noStrike">
                <a:solidFill>
                  <a:schemeClr val="accent2"/>
                </a:solidFill>
                <a:effectLst/>
                <a:uFillTx/>
                <a:latin typeface="Verdana"/>
                <a:ea typeface="Verdana"/>
              </a:defRPr>
            </a:lvl2pPr>
            <a:lvl3pPr indent="0" algn="l" defTabSz="914400">
              <a:lnSpc>
                <a:spcPct val="100000"/>
              </a:lnSpc>
              <a:buNone/>
              <a:tabLst>
                <a:tab pos="0" algn="l"/>
              </a:tabLst>
              <a:defRPr lang="en-US" sz="900" b="0" u="none" strike="noStrike">
                <a:solidFill>
                  <a:schemeClr val="accent2"/>
                </a:solidFill>
                <a:effectLst/>
                <a:uFillTx/>
                <a:latin typeface="Verdana"/>
                <a:ea typeface="Verdana"/>
              </a:defRPr>
            </a:lvl3pPr>
            <a:lvl4pPr indent="0" algn="l" defTabSz="914400">
              <a:lnSpc>
                <a:spcPct val="100000"/>
              </a:lnSpc>
              <a:buNone/>
              <a:tabLst>
                <a:tab pos="0" algn="l"/>
              </a:tabLst>
              <a:defRPr lang="en-US" sz="900" b="0" u="none" strike="noStrike">
                <a:solidFill>
                  <a:schemeClr val="accent2"/>
                </a:solidFill>
                <a:effectLst/>
                <a:uFillTx/>
                <a:latin typeface="Verdana"/>
                <a:ea typeface="Verdana"/>
              </a:defRPr>
            </a:lvl4pPr>
            <a:lvl5pPr indent="0" algn="l" defTabSz="914400">
              <a:lnSpc>
                <a:spcPct val="100000"/>
              </a:lnSpc>
              <a:buNone/>
              <a:tabLst>
                <a:tab pos="0" algn="l"/>
              </a:tabLst>
              <a:defRPr lang="en-US" sz="900" b="0" u="none" strike="noStrike">
                <a:solidFill>
                  <a:schemeClr val="accent2"/>
                </a:solidFill>
                <a:effectLst/>
                <a:uFillTx/>
                <a:latin typeface="Verdana"/>
                <a:ea typeface="Verdana"/>
              </a:defRPr>
            </a:lvl5pPr>
          </a:lstStyle>
          <a:p>
            <a:pPr indent="0" algn="l" defTabSz="914400">
              <a:lnSpc>
                <a:spcPct val="100000"/>
              </a:lnSpc>
              <a:buNone/>
              <a:tabLst>
                <a:tab pos="0" algn="l"/>
              </a:tabLst>
            </a:pPr>
            <a:r>
              <a:rPr lang="en-US" sz="900" b="0" u="none" strike="noStrike">
                <a:solidFill>
                  <a:schemeClr val="accent2"/>
                </a:solidFill>
                <a:effectLst/>
                <a:uFillTx/>
                <a:latin typeface="Verdana"/>
                <a:ea typeface="Verdana"/>
              </a:rPr>
              <a:t>Click to edit Master text styles</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Second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Third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Fourth Level</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US" sz="900" b="0" u="none" strike="noStrike">
                <a:solidFill>
                  <a:schemeClr val="accent2"/>
                </a:solidFill>
                <a:effectLst/>
                <a:uFillTx/>
                <a:latin typeface="Verdana"/>
                <a:ea typeface="Verdana"/>
              </a:rPr>
              <a:t>Fifth Level</a:t>
            </a:r>
            <a:endParaRPr lang="en-US" sz="900" b="0" u="none" strike="noStrike">
              <a:solidFill>
                <a:schemeClr val="accent2"/>
              </a:solidFill>
              <a:effectLst/>
              <a:uFillTx/>
              <a:latin typeface="Verdana"/>
            </a:endParaRPr>
          </a:p>
        </p:txBody>
      </p:sp>
      <p:pic>
        <p:nvPicPr>
          <p:cNvPr id="414" name="Picture 4"/>
          <p:cNvPicPr/>
          <p:nvPr/>
        </p:nvPicPr>
        <p:blipFill>
          <a:blip r:embed="rId2"/>
          <a:srcRect l="0" t="82594" r="0" b="4884"/>
          <a:stretch/>
        </p:blipFill>
        <p:spPr>
          <a:xfrm>
            <a:off x="0" y="0"/>
            <a:ext cx="9905760" cy="553680"/>
          </a:xfrm>
          <a:prstGeom prst="rect">
            <a:avLst/>
          </a:prstGeom>
          <a:noFill/>
          <a:ln w="0">
            <a:noFill/>
          </a:ln>
        </p:spPr>
      </p:pic>
      <p:sp>
        <p:nvSpPr>
          <p:cNvPr id="415" name="Rectangle 7"/>
          <p:cNvSpPr/>
          <p:nvPr/>
        </p:nvSpPr>
        <p:spPr>
          <a:xfrm>
            <a:off x="0" y="0"/>
            <a:ext cx="9905760" cy="553680"/>
          </a:xfrm>
          <a:prstGeom prst="rect">
            <a:avLst/>
          </a:prstGeom>
          <a:gradFill rotWithShape="0">
            <a:gsLst>
              <a:gs pos="0">
                <a:srgbClr val="008C95">
                  <a:alpha val="0"/>
                </a:srgbClr>
              </a:gs>
              <a:gs pos="100000">
                <a:srgbClr val="008C95"/>
              </a:gs>
            </a:gsLst>
            <a:lin ang="0"/>
          </a:gra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E" sz="1800" b="0" u="none" strike="noStrike">
              <a:solidFill>
                <a:schemeClr val="lt1"/>
              </a:solidFill>
              <a:effectLst/>
              <a:uFillTx/>
              <a:latin typeface="Verdana"/>
            </a:endParaRPr>
          </a:p>
        </p:txBody>
      </p:sp>
      <p:pic>
        <p:nvPicPr>
          <p:cNvPr id="416" name="Graphic 9"/>
          <p:cNvPicPr/>
          <p:nvPr/>
        </p:nvPicPr>
        <p:blipFill>
          <a:blip r:embed="rId3">
            <a:extLst>
              <a:ext uri="{96DAC541-7B7A-43D3-8B79-37D633B846F1}">
                <asvg:svgBlip xmlns:asvg="http://schemas.microsoft.com/office/drawing/2016/SVG/main" r:embed="rId4"/>
              </a:ext>
            </a:extLst>
          </a:blip>
          <a:stretch/>
        </p:blipFill>
        <p:spPr>
          <a:xfrm>
            <a:off x="8627040" y="158040"/>
            <a:ext cx="825840" cy="237240"/>
          </a:xfrm>
          <a:prstGeom prst="rect">
            <a:avLst/>
          </a:prstGeom>
          <a:noFill/>
          <a:ln w="0">
            <a:noFill/>
          </a:ln>
        </p:spPr>
      </p:pic>
      <p:sp>
        <p:nvSpPr>
          <p:cNvPr id="417" name="PlaceHolder 4"/>
          <p:cNvSpPr>
            <a:spLocks noGrp="1"/>
          </p:cNvSpPr>
          <p:nvPr>
            <p:ph type="ftr" idx="63"/>
          </p:nvPr>
        </p:nvSpPr>
        <p:spPr>
          <a:xfrm>
            <a:off x="452880" y="6527520"/>
            <a:ext cx="3342960" cy="193680"/>
          </a:xfrm>
          <a:prstGeom prst="rect">
            <a:avLst/>
          </a:prstGeom>
          <a:noFill/>
          <a:ln w="0">
            <a:noFill/>
          </a:ln>
        </p:spPr>
        <p:txBody>
          <a:bodyPr lIns="91440" tIns="45720" rIns="91440" bIns="45720" anchor="ctr">
            <a:noAutofit/>
          </a:bodyPr>
          <a:lstStyle>
            <a:lvl1pPr indent="0" algn="ctr">
              <a:buNone/>
              <a:defRPr lang="en-AE" sz="1400" b="0" u="none" strike="noStrike">
                <a:solidFill>
                  <a:srgbClr val="000000"/>
                </a:solidFill>
                <a:effectLst/>
                <a:uFillTx/>
                <a:latin typeface="Verdana"/>
              </a:defRPr>
            </a:lvl1pPr>
          </a:lstStyle>
          <a:p>
            <a:pPr indent="0" algn="ctr">
              <a:buNone/>
            </a:pPr>
            <a:r>
              <a:rPr lang="en-AE" sz="1400" b="0" u="none" strike="noStrike">
                <a:solidFill>
                  <a:srgbClr val="000000"/>
                </a:solidFill>
                <a:effectLst/>
                <a:uFillTx/>
                <a:latin typeface="Verdana"/>
              </a:rPr>
              <a:t>&lt;footer&gt;</a:t>
            </a:r>
            <a:endParaRPr lang="en-AE" sz="1400" b="0" u="none" strike="noStrike">
              <a:solidFill>
                <a:srgbClr val="000000"/>
              </a:solidFill>
              <a:effectLst/>
              <a:uFillTx/>
              <a:latin typeface="Verdana"/>
            </a:endParaRPr>
          </a:p>
        </p:txBody>
      </p:sp>
      <p:sp>
        <p:nvSpPr>
          <p:cNvPr id="418" name="PlaceHolder 5"/>
          <p:cNvSpPr>
            <a:spLocks noGrp="1"/>
          </p:cNvSpPr>
          <p:nvPr>
            <p:ph type="sldNum" idx="64"/>
          </p:nvPr>
        </p:nvSpPr>
        <p:spPr>
          <a:xfrm>
            <a:off x="7224480" y="6527520"/>
            <a:ext cx="2228400" cy="193680"/>
          </a:xfrm>
          <a:prstGeom prst="rect">
            <a:avLst/>
          </a:prstGeom>
          <a:noFill/>
          <a:ln w="0">
            <a:noFill/>
          </a:ln>
        </p:spPr>
        <p:txBody>
          <a:bodyPr lIns="91440" tIns="45720" rIns="91440" bIns="45720" anchor="ctr">
            <a:noAutofit/>
          </a:bodyPr>
          <a:lstStyle>
            <a:lvl1pPr indent="0" algn="r" defTabSz="556920">
              <a:lnSpc>
                <a:spcPct val="100000"/>
              </a:lnSpc>
              <a:buNone/>
              <a:defRPr lang="en-AE" sz="800" b="0" u="none" strike="noStrike">
                <a:solidFill>
                  <a:schemeClr val="dk1">
                    <a:tint val="82000"/>
                  </a:schemeClr>
                </a:solidFill>
                <a:effectLst/>
                <a:uFillTx/>
                <a:latin typeface="Verdana"/>
              </a:defRPr>
            </a:lvl1pPr>
          </a:lstStyle>
          <a:p>
            <a:pPr indent="0" algn="r" defTabSz="556920">
              <a:lnSpc>
                <a:spcPct val="100000"/>
              </a:lnSpc>
              <a:buNone/>
            </a:pPr>
            <a:fld id="{C8C27DDA-401F-4A7D-B6C6-9CC0978AEB9C}" type="slidenum">
              <a:rPr lang="en-AE" sz="800" b="0" u="none" strike="noStrike">
                <a:solidFill>
                  <a:schemeClr val="dk1">
                    <a:tint val="82000"/>
                  </a:schemeClr>
                </a:solidFill>
                <a:effectLst/>
                <a:uFillTx/>
                <a:latin typeface="Verdana"/>
              </a:rPr>
              <a:t>&lt;number&gt;</a:t>
            </a:fld>
            <a:endParaRPr lang="en-AE" sz="800" b="0" u="none" strike="noStrike">
              <a:solidFill>
                <a:srgbClr val="000000"/>
              </a:solidFill>
              <a:effectLst/>
              <a:uFillTx/>
              <a:latin typeface="Verdana"/>
            </a:endParaRPr>
          </a:p>
        </p:txBody>
      </p:sp>
      <p:sp>
        <p:nvSpPr>
          <p:cNvPr id="419" name="PlaceHolder 6"/>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lvl1pPr indent="0" algn="l">
              <a:buNone/>
              <a:defRPr lang="en-US" sz="1090" b="0" u="none" strike="noStrike">
                <a:solidFill>
                  <a:schemeClr val="dk1"/>
                </a:solidFill>
                <a:effectLst/>
                <a:uFillTx/>
                <a:latin typeface="Verdana"/>
              </a:defRPr>
            </a:lvl1pPr>
          </a:lstStyle>
          <a:p>
            <a:pPr indent="0" algn="l">
              <a:buNone/>
            </a:pPr>
            <a:r>
              <a:rPr lang="en-US" sz="1090" b="0" u="none" strike="noStrike">
                <a:solidFill>
                  <a:schemeClr val="dk1"/>
                </a:solidFill>
                <a:effectLst/>
                <a:uFillTx/>
                <a:latin typeface="Verdana"/>
              </a:rPr>
              <a:t>Click to edit the title text format</a:t>
            </a:r>
            <a:endParaRPr lang="en-US" sz="1090" b="0" u="none" strike="noStrike">
              <a:solidFill>
                <a:schemeClr val="dk1"/>
              </a:solidFill>
              <a:effectLst/>
              <a:uFillTx/>
              <a:latin typeface="Verdana"/>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8" Type="http://schemas.openxmlformats.org/officeDocument/2006/relationships/slideLayout" Target="../slideLayouts/slideLayout7.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6" Type="http://schemas.openxmlformats.org/officeDocument/2006/relationships/slideLayout" Target="../slideLayouts/slideLayout35.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8" Type="http://schemas.openxmlformats.org/officeDocument/2006/relationships/slideLayout" Target="../slideLayouts/slideLayout47.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5" r:id="rId8"/>
    <p:sldLayoutId id="2147483657" r:id="rId10"/>
    <p:sldLayoutId id="2147483658" r:id="rId11"/>
    <p:sldLayoutId id="2147483674" r:id="rId27"/>
    <p:sldLayoutId id="2147483676" r:id="rId29"/>
    <p:sldLayoutId id="2147483677" r:id="rId30"/>
    <p:sldLayoutId id="2147483679" r:id="rId32"/>
    <p:sldLayoutId id="2147483680" r:id="rId33"/>
    <p:sldLayoutId id="2147483683" r:id="rId36"/>
    <p:sldLayoutId id="2147483690" r:id="rId43"/>
    <p:sldLayoutId id="2147483691" r:id="rId44"/>
    <p:sldLayoutId id="2147483695" r:id="rId48"/>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4.png"/><Relationship Id="rId3" Type="http://schemas.openxmlformats.org/officeDocument/2006/relationships/image" Target="../media/image14.png"/><Relationship Id="rId4" Type="http://schemas.openxmlformats.org/officeDocument/2006/relationships/image" Target="../media/image14.png"/><Relationship Id="rId5" Type="http://schemas.openxmlformats.org/officeDocument/2006/relationships/image" Target="../media/image14.png"/><Relationship Id="rId6"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11.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4.png"/><Relationship Id="rId3" Type="http://schemas.openxmlformats.org/officeDocument/2006/relationships/image" Target="../media/image14.png"/><Relationship Id="rId4" Type="http://schemas.openxmlformats.org/officeDocument/2006/relationships/image" Target="../media/image14.png"/><Relationship Id="rId5" Type="http://schemas.openxmlformats.org/officeDocument/2006/relationships/image" Target="../media/image14.png"/><Relationship Id="rId6" Type="http://schemas.openxmlformats.org/officeDocument/2006/relationships/image" Target="../media/image14.png"/><Relationship Id="rId7" Type="http://schemas.openxmlformats.org/officeDocument/2006/relationships/image" Target="../media/image14.png"/><Relationship Id="rId8" Type="http://schemas.openxmlformats.org/officeDocument/2006/relationships/image" Target="../media/image14.png"/><Relationship Id="rId9" Type="http://schemas.openxmlformats.org/officeDocument/2006/relationships/image" Target="../media/image14.png"/><Relationship Id="rId10"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p:nvPr>
        </p:nvSpPr>
        <p:spPr>
          <a:xfrm>
            <a:off x="452520" y="2045520"/>
            <a:ext cx="9000720" cy="430200"/>
          </a:xfrm>
          <a:prstGeom prst="rect">
            <a:avLst/>
          </a:prstGeom>
          <a:noFill/>
          <a:ln w="0">
            <a:noFill/>
          </a:ln>
        </p:spPr>
        <p:txBody>
          <a:bodyPr lIns="90000" tIns="45000" rIns="90000" bIns="45000" anchor="t">
            <a:noAutofit/>
          </a:bodyPr>
          <a:p>
            <a:pPr indent="0" algn="l">
              <a:buNone/>
            </a:pPr>
            <a:endParaRPr lang="en-US" sz="3000" b="1" u="none" strike="noStrike">
              <a:solidFill>
                <a:schemeClr val="lt1"/>
              </a:solidFill>
              <a:effectLst/>
              <a:uFillTx/>
              <a:latin typeface="Verdana"/>
            </a:endParaRPr>
          </a:p>
        </p:txBody>
      </p:sp>
      <p:sp>
        <p:nvSpPr>
          <p:cNvPr id="493" name="PlaceHolder 2"/>
          <p:cNvSpPr>
            <a:spLocks noGrp="1"/>
          </p:cNvSpPr>
          <p:nvPr>
            <p:ph/>
          </p:nvPr>
        </p:nvSpPr>
        <p:spPr>
          <a:xfrm>
            <a:off x="452520" y="2493360"/>
            <a:ext cx="9000720" cy="397080"/>
          </a:xfrm>
          <a:prstGeom prst="rect">
            <a:avLst/>
          </a:prstGeom>
          <a:noFill/>
          <a:ln w="0">
            <a:noFill/>
          </a:ln>
        </p:spPr>
        <p:txBody>
          <a:bodyPr lIns="90000" tIns="45000" rIns="90000" bIns="45000" anchor="t">
            <a:noAutofit/>
          </a:bodyPr>
          <a:p>
            <a:pPr indent="0" algn="l">
              <a:buNone/>
            </a:pPr>
            <a:endParaRPr lang="en-US" sz="3000" b="0" u="none" strike="noStrike">
              <a:solidFill>
                <a:schemeClr val="lt1"/>
              </a:solidFill>
              <a:effectLst/>
              <a:uFillTx/>
              <a:latin typeface="Verdana"/>
            </a:endParaRPr>
          </a:p>
        </p:txBody>
      </p:sp>
      <p:sp>
        <p:nvSpPr>
          <p:cNvPr id="494" name="PlaceHolder 3"/>
          <p:cNvSpPr>
            <a:spLocks noGrp="1"/>
          </p:cNvSpPr>
          <p:nvPr>
            <p:ph/>
          </p:nvPr>
        </p:nvSpPr>
        <p:spPr>
          <a:xfrm>
            <a:off x="452520" y="1785240"/>
            <a:ext cx="9000720" cy="206280"/>
          </a:xfrm>
          <a:prstGeom prst="rect">
            <a:avLst/>
          </a:prstGeom>
          <a:noFill/>
          <a:ln w="0">
            <a:noFill/>
          </a:ln>
        </p:spPr>
        <p:txBody>
          <a:bodyPr lIns="90000" tIns="45000" rIns="90000" bIns="45000" anchor="t">
            <a:noAutofit/>
          </a:bodyPr>
          <a:p>
            <a:pPr indent="0" algn="l">
              <a:buNone/>
            </a:pPr>
            <a:endParaRPr lang="en-US" sz="1400" b="0" u="none" strike="noStrike">
              <a:solidFill>
                <a:schemeClr val="lt1"/>
              </a:solidFill>
              <a:effectLst/>
              <a:uFillTx/>
              <a:latin typeface="Verdana"/>
            </a:endParaRPr>
          </a:p>
        </p:txBody>
      </p:sp>
      <p:sp>
        <p:nvSpPr>
          <p:cNvPr id="495" name="PlaceHolder 4"/>
          <p:cNvSpPr>
            <a:spLocks noGrp="1"/>
          </p:cNvSpPr>
          <p:nvPr>
            <p:ph/>
          </p:nvPr>
        </p:nvSpPr>
        <p:spPr>
          <a:xfrm>
            <a:off x="452520" y="3104280"/>
            <a:ext cx="9000720" cy="206280"/>
          </a:xfrm>
          <a:prstGeom prst="rect">
            <a:avLst/>
          </a:prstGeom>
          <a:noFill/>
          <a:ln w="0">
            <a:noFill/>
          </a:ln>
        </p:spPr>
        <p:txBody>
          <a:bodyPr lIns="90000" tIns="45000" rIns="90000" bIns="45000" anchor="t">
            <a:noAutofit/>
          </a:bodyPr>
          <a:p>
            <a:pPr indent="0" algn="l">
              <a:buNone/>
            </a:pPr>
            <a:endParaRPr lang="en-US" sz="1400" b="0" u="none" strike="noStrike">
              <a:solidFill>
                <a:schemeClr val="lt1"/>
              </a:solidFill>
              <a:effectLst/>
              <a:uFillTx/>
              <a:latin typeface="Verdana"/>
            </a:endParaRPr>
          </a:p>
        </p:txBody>
      </p:sp>
      <p:sp>
        <p:nvSpPr>
          <p:cNvPr id="496" name="PlaceHolder 5"/>
          <p:cNvSpPr>
            <a:spLocks noGrp="1"/>
          </p:cNvSpPr>
          <p:nvPr>
            <p:ph/>
          </p:nvPr>
        </p:nvSpPr>
        <p:spPr>
          <a:xfrm>
            <a:off x="452520" y="3381120"/>
            <a:ext cx="9000720" cy="206280"/>
          </a:xfrm>
          <a:prstGeom prst="rect">
            <a:avLst/>
          </a:prstGeom>
          <a:noFill/>
          <a:ln w="0">
            <a:noFill/>
          </a:ln>
        </p:spPr>
        <p:txBody>
          <a:bodyPr lIns="90000" tIns="45000" rIns="90000" bIns="45000" anchor="t">
            <a:noAutofit/>
          </a:bodyPr>
          <a:p>
            <a:pPr indent="0" algn="l">
              <a:buNone/>
            </a:pPr>
            <a:endParaRPr lang="en-US" sz="1400" b="0" u="none" strike="noStrike">
              <a:solidFill>
                <a:schemeClr val="lt1"/>
              </a:solidFill>
              <a:effectLst/>
              <a:uFillTx/>
              <a:latin typeface="Verdan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hasCustomPrompt="1"/>
          </p:nvPr>
        </p:nvSpPr>
        <p:spPr>
          <a:xfrm>
            <a:off x="460800" y="738720"/>
            <a:ext cx="8993160" cy="540000"/>
          </a:xfrm>
          <a:prstGeom prst="rect">
            <a:avLst/>
          </a:prstGeom>
          <a:noFill/>
          <a:ln w="0">
            <a:noFill/>
          </a:ln>
        </p:spPr>
        <p:txBody>
          <a:bodyPr lIns="90000" tIns="45000" rIns="90000" bIns="45000" anchor="ctr">
            <a:noAutofit/>
          </a:bodyPr>
          <a:p>
            <a:pPr indent="0" algn="l" defTabSz="914400">
              <a:buNone/>
              <a:tabLst>
                <a:tab pos="0" algn="l"/>
              </a:tabLst>
            </a:pPr>
            <a:endParaRPr lang="en-US" sz="2200" b="0" u="none" strike="noStrike">
              <a:solidFill>
                <a:schemeClr val="accent1"/>
              </a:solidFill>
              <a:effectLst/>
              <a:uFillTx/>
              <a:latin typeface="Verdana"/>
            </a:endParaRPr>
          </a:p>
        </p:txBody>
      </p:sp>
      <p:sp>
        <p:nvSpPr>
          <p:cNvPr id="498" name="PlaceHolder 2"/>
          <p:cNvSpPr>
            <a:spLocks noGrp="1"/>
          </p:cNvSpPr>
          <p:nvPr>
            <p:ph hasCustomPrompt="1"/>
          </p:nvPr>
        </p:nvSpPr>
        <p:spPr>
          <a:xfrm>
            <a:off x="460800" y="1461960"/>
            <a:ext cx="8993160" cy="366480"/>
          </a:xfrm>
          <a:prstGeom prst="rect">
            <a:avLst/>
          </a:prstGeom>
          <a:noFill/>
          <a:ln w="0">
            <a:noFill/>
          </a:ln>
        </p:spPr>
        <p:txBody>
          <a:bodyPr lIns="90000" tIns="45000" rIns="90000" bIns="45000" anchor="t">
            <a:noAutofit/>
          </a:bodyPr>
          <a:p>
            <a:pPr indent="0" algn="l" defTabSz="914400">
              <a:buNone/>
              <a:tabLst>
                <a:tab pos="0" algn="l"/>
              </a:tabLst>
            </a:pPr>
            <a:endParaRPr lang="en-US" sz="1800" b="1" u="none" strike="noStrike">
              <a:solidFill>
                <a:schemeClr val="accent1"/>
              </a:solidFill>
              <a:effectLst/>
              <a:uFillTx/>
              <a:latin typeface="Verdana"/>
            </a:endParaRPr>
          </a:p>
        </p:txBody>
      </p:sp>
      <p:sp>
        <p:nvSpPr>
          <p:cNvPr id="499" name="PlaceHolder 3"/>
          <p:cNvSpPr>
            <a:spLocks noGrp="1"/>
          </p:cNvSpPr>
          <p:nvPr>
            <p:ph/>
          </p:nvPr>
        </p:nvSpPr>
        <p:spPr>
          <a:xfrm>
            <a:off x="460800" y="1950480"/>
            <a:ext cx="8993160" cy="4458960"/>
          </a:xfrm>
          <a:prstGeom prst="rect">
            <a:avLst/>
          </a:prstGeom>
          <a:noFill/>
          <a:ln w="0">
            <a:noFill/>
          </a:ln>
        </p:spPr>
        <p:txBody>
          <a:bodyPr lIns="90000" tIns="45000" rIns="90000" bIns="4500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p:txBody>
      </p:sp>
      <p:sp>
        <p:nvSpPr>
          <p:cNvPr id="5" name="PlaceHolder 4"/>
          <p:cNvSpPr>
            <a:spLocks noGrp="1"/>
          </p:cNvSpPr>
          <p:nvPr>
            <p:ph type="sldNum" idx="64"/>
          </p:nvPr>
        </p:nvSpPr>
        <p:spPr/>
        <p:txBody>
          <a:bodyPr/>
          <a:p>
            <a:fld id="{B3D4697F-7F4B-4FFF-89F6-7A2BF7ED1278}"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p:nvPr>
        </p:nvSpPr>
        <p:spPr>
          <a:xfrm>
            <a:off x="452880" y="1782720"/>
            <a:ext cx="4436280" cy="4626360"/>
          </a:xfrm>
          <a:prstGeom prst="rect">
            <a:avLst/>
          </a:prstGeom>
          <a:noFill/>
          <a:ln w="0">
            <a:noFill/>
          </a:ln>
        </p:spPr>
        <p:txBody>
          <a:bodyPr lIns="90000" tIns="45000" rIns="90000" bIns="4500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p:txBody>
      </p:sp>
      <p:sp>
        <p:nvSpPr>
          <p:cNvPr id="501" name="PlaceHolder 2"/>
          <p:cNvSpPr>
            <a:spLocks noGrp="1"/>
          </p:cNvSpPr>
          <p:nvPr>
            <p:ph hasCustomPrompt="1"/>
          </p:nvPr>
        </p:nvSpPr>
        <p:spPr>
          <a:xfrm>
            <a:off x="452880" y="738720"/>
            <a:ext cx="9001080" cy="540000"/>
          </a:xfrm>
          <a:prstGeom prst="rect">
            <a:avLst/>
          </a:prstGeom>
          <a:noFill/>
          <a:ln w="0">
            <a:noFill/>
          </a:ln>
        </p:spPr>
        <p:txBody>
          <a:bodyPr lIns="90000" tIns="45000" rIns="90000" bIns="45000" anchor="ctr">
            <a:noAutofit/>
          </a:bodyPr>
          <a:p>
            <a:pPr indent="0" algn="l" defTabSz="914400">
              <a:buNone/>
              <a:tabLst>
                <a:tab pos="0" algn="l"/>
              </a:tabLst>
            </a:pPr>
            <a:endParaRPr lang="en-US" sz="2200" b="0" u="none" strike="noStrike">
              <a:solidFill>
                <a:schemeClr val="accent1"/>
              </a:solidFill>
              <a:effectLst/>
              <a:uFillTx/>
              <a:latin typeface="Verdana"/>
            </a:endParaRPr>
          </a:p>
        </p:txBody>
      </p:sp>
      <p:sp>
        <p:nvSpPr>
          <p:cNvPr id="502" name="PlaceHolder 3"/>
          <p:cNvSpPr>
            <a:spLocks noGrp="1"/>
          </p:cNvSpPr>
          <p:nvPr>
            <p:ph hasCustomPrompt="1"/>
          </p:nvPr>
        </p:nvSpPr>
        <p:spPr>
          <a:xfrm>
            <a:off x="452880" y="1461960"/>
            <a:ext cx="9001080" cy="247320"/>
          </a:xfrm>
          <a:prstGeom prst="rect">
            <a:avLst/>
          </a:prstGeom>
          <a:noFill/>
          <a:ln w="0">
            <a:noFill/>
          </a:ln>
        </p:spPr>
        <p:txBody>
          <a:bodyPr lIns="90000" tIns="45000" rIns="90000" bIns="45000" anchor="ctr">
            <a:noAutofit/>
          </a:bodyPr>
          <a:p>
            <a:pPr indent="0" algn="l" defTabSz="914400">
              <a:buNone/>
              <a:tabLst>
                <a:tab pos="0" algn="l"/>
              </a:tabLst>
            </a:pPr>
            <a:endParaRPr lang="en-US" sz="1800" b="1" u="none" strike="noStrike">
              <a:solidFill>
                <a:schemeClr val="accent1"/>
              </a:solidFill>
              <a:effectLst/>
              <a:uFillTx/>
              <a:latin typeface="Verdana"/>
            </a:endParaRPr>
          </a:p>
        </p:txBody>
      </p:sp>
      <p:sp>
        <p:nvSpPr>
          <p:cNvPr id="503" name="PlaceHolder 4"/>
          <p:cNvSpPr>
            <a:spLocks noGrp="1"/>
          </p:cNvSpPr>
          <p:nvPr>
            <p:ph/>
          </p:nvPr>
        </p:nvSpPr>
        <p:spPr>
          <a:xfrm>
            <a:off x="5016600" y="1782720"/>
            <a:ext cx="4436280" cy="4626360"/>
          </a:xfrm>
          <a:prstGeom prst="rect">
            <a:avLst/>
          </a:prstGeom>
          <a:noFill/>
          <a:ln w="0">
            <a:noFill/>
          </a:ln>
        </p:spPr>
        <p:txBody>
          <a:bodyPr lIns="90000" tIns="45000" rIns="90000" bIns="4500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p:txBody>
      </p:sp>
      <p:sp>
        <p:nvSpPr>
          <p:cNvPr id="6" name="PlaceHolder 5"/>
          <p:cNvSpPr>
            <a:spLocks noGrp="1"/>
          </p:cNvSpPr>
          <p:nvPr>
            <p:ph type="sldNum" idx="2"/>
          </p:nvPr>
        </p:nvSpPr>
        <p:spPr/>
        <p:txBody>
          <a:bodyPr/>
          <a:p>
            <a:fld id="{829B4162-D8B1-4639-8B7C-B92AF4C72C07}"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p:nvPr>
        </p:nvSpPr>
        <p:spPr>
          <a:xfrm>
            <a:off x="452880" y="1950480"/>
            <a:ext cx="2909160" cy="4458960"/>
          </a:xfrm>
          <a:prstGeom prst="rect">
            <a:avLst/>
          </a:prstGeom>
          <a:noFill/>
          <a:ln w="0">
            <a:noFill/>
          </a:ln>
        </p:spPr>
        <p:txBody>
          <a:bodyPr lIns="90000" tIns="45000" rIns="90000" bIns="4500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p:txBody>
      </p:sp>
      <p:sp>
        <p:nvSpPr>
          <p:cNvPr id="505" name="PlaceHolder 2"/>
          <p:cNvSpPr>
            <a:spLocks noGrp="1"/>
          </p:cNvSpPr>
          <p:nvPr>
            <p:ph hasCustomPrompt="1"/>
          </p:nvPr>
        </p:nvSpPr>
        <p:spPr>
          <a:xfrm>
            <a:off x="452880" y="738720"/>
            <a:ext cx="9001080" cy="540000"/>
          </a:xfrm>
          <a:prstGeom prst="rect">
            <a:avLst/>
          </a:prstGeom>
          <a:noFill/>
          <a:ln w="0">
            <a:noFill/>
          </a:ln>
        </p:spPr>
        <p:txBody>
          <a:bodyPr lIns="90000" tIns="45000" rIns="90000" bIns="45000" anchor="ctr">
            <a:noAutofit/>
          </a:bodyPr>
          <a:p>
            <a:pPr indent="0" algn="l" defTabSz="914400">
              <a:buNone/>
              <a:tabLst>
                <a:tab pos="0" algn="l"/>
              </a:tabLst>
            </a:pPr>
            <a:endParaRPr lang="en-US" sz="2200" b="0" u="none" strike="noStrike">
              <a:solidFill>
                <a:schemeClr val="accent1"/>
              </a:solidFill>
              <a:effectLst/>
              <a:uFillTx/>
              <a:latin typeface="Verdana"/>
            </a:endParaRPr>
          </a:p>
        </p:txBody>
      </p:sp>
      <p:sp>
        <p:nvSpPr>
          <p:cNvPr id="506" name="PlaceHolder 3"/>
          <p:cNvSpPr>
            <a:spLocks noGrp="1"/>
          </p:cNvSpPr>
          <p:nvPr>
            <p:ph hasCustomPrompt="1"/>
          </p:nvPr>
        </p:nvSpPr>
        <p:spPr>
          <a:xfrm>
            <a:off x="452880" y="1461960"/>
            <a:ext cx="9001080" cy="361440"/>
          </a:xfrm>
          <a:prstGeom prst="rect">
            <a:avLst/>
          </a:prstGeom>
          <a:noFill/>
          <a:ln w="0">
            <a:noFill/>
          </a:ln>
        </p:spPr>
        <p:txBody>
          <a:bodyPr lIns="90000" tIns="45000" rIns="90000" bIns="45000" anchor="t">
            <a:noAutofit/>
          </a:bodyPr>
          <a:p>
            <a:pPr indent="0" algn="l" defTabSz="914400">
              <a:buNone/>
              <a:tabLst>
                <a:tab pos="0" algn="l"/>
              </a:tabLst>
            </a:pPr>
            <a:endParaRPr lang="en-US" sz="1800" b="1" u="none" strike="noStrike">
              <a:solidFill>
                <a:schemeClr val="accent1"/>
              </a:solidFill>
              <a:effectLst/>
              <a:uFillTx/>
              <a:latin typeface="Verdana"/>
            </a:endParaRPr>
          </a:p>
        </p:txBody>
      </p:sp>
      <p:sp>
        <p:nvSpPr>
          <p:cNvPr id="507" name="PlaceHolder 4"/>
          <p:cNvSpPr>
            <a:spLocks noGrp="1"/>
          </p:cNvSpPr>
          <p:nvPr>
            <p:ph/>
          </p:nvPr>
        </p:nvSpPr>
        <p:spPr>
          <a:xfrm>
            <a:off x="3516120" y="1950480"/>
            <a:ext cx="2891520" cy="4458960"/>
          </a:xfrm>
          <a:prstGeom prst="rect">
            <a:avLst/>
          </a:prstGeom>
          <a:noFill/>
          <a:ln w="0">
            <a:noFill/>
          </a:ln>
        </p:spPr>
        <p:txBody>
          <a:bodyPr lIns="90000" tIns="45000" rIns="90000" bIns="4500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p:txBody>
      </p:sp>
      <p:sp>
        <p:nvSpPr>
          <p:cNvPr id="508" name="PlaceHolder 5"/>
          <p:cNvSpPr>
            <a:spLocks noGrp="1"/>
          </p:cNvSpPr>
          <p:nvPr>
            <p:ph/>
          </p:nvPr>
        </p:nvSpPr>
        <p:spPr>
          <a:xfrm>
            <a:off x="6543360" y="1950480"/>
            <a:ext cx="2909880" cy="4458960"/>
          </a:xfrm>
          <a:prstGeom prst="rect">
            <a:avLst/>
          </a:prstGeom>
          <a:noFill/>
          <a:ln w="0">
            <a:noFill/>
          </a:ln>
        </p:spPr>
        <p:txBody>
          <a:bodyPr lIns="90000" tIns="45000" rIns="90000" bIns="4500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just" defTabSz="91440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a:t>
            </a:r>
            <a:endParaRPr lang="en-US" sz="900" b="0" u="none" strike="noStrike">
              <a:solidFill>
                <a:schemeClr val="accent2"/>
              </a:solidFill>
              <a:effectLst/>
              <a:uFillTx/>
              <a:latin typeface="Verdana"/>
            </a:endParaRPr>
          </a:p>
          <a:p>
            <a:pPr indent="0" algn="just"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p:txBody>
      </p:sp>
      <p:sp>
        <p:nvSpPr>
          <p:cNvPr id="7" name="PlaceHolder 6"/>
          <p:cNvSpPr>
            <a:spLocks noGrp="1"/>
          </p:cNvSpPr>
          <p:nvPr>
            <p:ph type="sldNum" idx="4"/>
          </p:nvPr>
        </p:nvSpPr>
        <p:spPr/>
        <p:txBody>
          <a:bodyPr/>
          <a:p>
            <a:fld id="{1C94941C-6035-4B48-B8B2-17A9DADED06B}"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hasCustomPrompt="1"/>
          </p:nvPr>
        </p:nvSpPr>
        <p:spPr>
          <a:xfrm>
            <a:off x="452880" y="738720"/>
            <a:ext cx="9001080" cy="540000"/>
          </a:xfrm>
          <a:prstGeom prst="rect">
            <a:avLst/>
          </a:prstGeom>
          <a:noFill/>
          <a:ln w="0">
            <a:noFill/>
          </a:ln>
        </p:spPr>
        <p:txBody>
          <a:bodyPr lIns="90000" tIns="45000" rIns="90000" bIns="45000" anchor="ctr">
            <a:noAutofit/>
          </a:bodyPr>
          <a:p>
            <a:pPr indent="0" algn="l" defTabSz="914400">
              <a:buNone/>
              <a:tabLst>
                <a:tab pos="0" algn="l"/>
              </a:tabLst>
            </a:pPr>
            <a:endParaRPr lang="en-US" sz="2200" b="0" u="none" strike="noStrike">
              <a:solidFill>
                <a:schemeClr val="accent1"/>
              </a:solidFill>
              <a:effectLst/>
              <a:uFillTx/>
              <a:latin typeface="Verdana"/>
            </a:endParaRPr>
          </a:p>
        </p:txBody>
      </p:sp>
      <p:pic>
        <p:nvPicPr>
          <p:cNvPr id="510" name="Picture Placeholder 3"/>
          <p:cNvPicPr/>
          <p:nvPr/>
        </p:nvPicPr>
        <p:blipFill>
          <a:blip r:embed="rId1"/>
          <a:stretch/>
        </p:blipFill>
        <p:spPr>
          <a:xfrm>
            <a:off x="2988720" y="1635840"/>
            <a:ext cx="1614240" cy="1615680"/>
          </a:xfrm>
          <a:prstGeom prst="rect">
            <a:avLst/>
          </a:prstGeom>
          <a:solidFill>
            <a:schemeClr val="bg1">
              <a:lumMod val="95000"/>
            </a:schemeClr>
          </a:solidFill>
          <a:ln w="0">
            <a:solidFill>
              <a:srgbClr val="008C95"/>
            </a:solidFill>
          </a:ln>
        </p:spPr>
      </p:pic>
      <p:pic>
        <p:nvPicPr>
          <p:cNvPr id="511" name="Picture Placeholder 4"/>
          <p:cNvPicPr/>
          <p:nvPr/>
        </p:nvPicPr>
        <p:blipFill>
          <a:blip r:embed="rId2"/>
          <a:stretch/>
        </p:blipFill>
        <p:spPr>
          <a:xfrm>
            <a:off x="5081760" y="1635840"/>
            <a:ext cx="1614240" cy="1615680"/>
          </a:xfrm>
          <a:prstGeom prst="rect">
            <a:avLst/>
          </a:prstGeom>
          <a:solidFill>
            <a:schemeClr val="bg1">
              <a:lumMod val="95000"/>
            </a:schemeClr>
          </a:solidFill>
          <a:ln w="0">
            <a:solidFill>
              <a:srgbClr val="008C95"/>
            </a:solidFill>
          </a:ln>
        </p:spPr>
      </p:pic>
      <p:pic>
        <p:nvPicPr>
          <p:cNvPr id="512" name="Picture Placeholder 5"/>
          <p:cNvPicPr/>
          <p:nvPr/>
        </p:nvPicPr>
        <p:blipFill>
          <a:blip r:embed="rId3"/>
          <a:stretch/>
        </p:blipFill>
        <p:spPr>
          <a:xfrm>
            <a:off x="7225560" y="1635840"/>
            <a:ext cx="1614240" cy="1615680"/>
          </a:xfrm>
          <a:prstGeom prst="rect">
            <a:avLst/>
          </a:prstGeom>
          <a:solidFill>
            <a:schemeClr val="bg1">
              <a:lumMod val="95000"/>
            </a:schemeClr>
          </a:solidFill>
          <a:ln w="0">
            <a:solidFill>
              <a:srgbClr val="008C95"/>
            </a:solidFill>
          </a:ln>
        </p:spPr>
      </p:pic>
      <p:pic>
        <p:nvPicPr>
          <p:cNvPr id="513" name="Picture Placeholder 6"/>
          <p:cNvPicPr/>
          <p:nvPr/>
        </p:nvPicPr>
        <p:blipFill>
          <a:blip r:embed="rId4"/>
          <a:stretch/>
        </p:blipFill>
        <p:spPr>
          <a:xfrm>
            <a:off x="3893040" y="3769200"/>
            <a:ext cx="1614240" cy="1615680"/>
          </a:xfrm>
          <a:prstGeom prst="rect">
            <a:avLst/>
          </a:prstGeom>
          <a:solidFill>
            <a:schemeClr val="bg1">
              <a:lumMod val="95000"/>
            </a:schemeClr>
          </a:solidFill>
          <a:ln w="0">
            <a:solidFill>
              <a:srgbClr val="008C95"/>
            </a:solidFill>
          </a:ln>
        </p:spPr>
      </p:pic>
      <p:pic>
        <p:nvPicPr>
          <p:cNvPr id="514" name="Picture Placeholder 7"/>
          <p:cNvPicPr/>
          <p:nvPr/>
        </p:nvPicPr>
        <p:blipFill>
          <a:blip r:embed="rId5"/>
          <a:stretch/>
        </p:blipFill>
        <p:spPr>
          <a:xfrm>
            <a:off x="6290640" y="3769200"/>
            <a:ext cx="1614240" cy="1615680"/>
          </a:xfrm>
          <a:prstGeom prst="rect">
            <a:avLst/>
          </a:prstGeom>
          <a:solidFill>
            <a:schemeClr val="bg1">
              <a:lumMod val="95000"/>
            </a:schemeClr>
          </a:solidFill>
          <a:ln w="0">
            <a:solidFill>
              <a:srgbClr val="008C95"/>
            </a:solidFill>
          </a:ln>
        </p:spPr>
      </p:pic>
      <p:sp>
        <p:nvSpPr>
          <p:cNvPr id="515" name="Text Placeholder 1"/>
          <p:cNvSpPr/>
          <p:nvPr/>
        </p:nvSpPr>
        <p:spPr>
          <a:xfrm>
            <a:off x="452880" y="1430640"/>
            <a:ext cx="2227320" cy="4458960"/>
          </a:xfrm>
          <a:prstGeom prst="rect">
            <a:avLst/>
          </a:prstGeom>
          <a:noFill/>
          <a:ln w="0">
            <a:noFill/>
          </a:ln>
        </p:spPr>
        <p:style>
          <a:lnRef idx="0"/>
          <a:fillRef idx="0"/>
          <a:effectRef idx="0"/>
          <a:fontRef idx="minor"/>
        </p:style>
        <p:txBody>
          <a:bodyPr lIns="90000" tIns="45000" rIns="90000" bIns="45000" anchor="t">
            <a:noAutofit/>
          </a:bodyPr>
          <a:p>
            <a:pPr algn="just" defTabSz="914400">
              <a:lnSpc>
                <a:spcPct val="100000"/>
              </a:lnSpc>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AE" sz="900" b="0" strike="noStrike">
              <a:effectLst/>
              <a:uFillTx/>
              <a:latin typeface="Verdana"/>
              <a:ea typeface="Verdana"/>
              <a:cs typeface="Verdana"/>
              <a:solidFill>
                <a:srgbClr val="343741"/>
              </a:solidFill>
            </a:endParaRPr>
          </a:p>
          <a:p>
            <a:pPr algn="just" defTabSz="914400">
              <a:lnSpc>
                <a:spcPct val="100000"/>
              </a:lnSpc>
            </a:pPr>
            <a:endParaRPr lang="en-AE" sz="900" b="0" strike="noStrike">
              <a:effectLst/>
              <a:uFillTx/>
              <a:latin typeface="Verdana"/>
              <a:ea typeface="Verdana"/>
              <a:cs typeface="Verdana"/>
              <a:solidFill>
                <a:srgbClr val="343741"/>
              </a:solidFill>
            </a:endParaRPr>
          </a:p>
          <a:p>
            <a:pPr algn="just" defTabSz="914400">
              <a:lnSpc>
                <a:spcPct val="100000"/>
              </a:lnSpc>
            </a:pPr>
            <a:r>
              <a:rPr lang="en-AE" sz="970" b="0" u="none" strike="noStrike">
                <a:solidFill>
                  <a:srgbClr val="000000"/>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a:t>
            </a:r>
            <a:endParaRPr lang="en-AE" sz="970" b="0" u="none" strike="noStrike">
              <a:solidFill>
                <a:srgbClr val="000000"/>
              </a:solidFill>
              <a:effectLst/>
              <a:uFillTx/>
              <a:latin typeface="Verdana"/>
            </a:endParaRPr>
          </a:p>
          <a:p>
            <a:pPr defTabSz="914400">
              <a:lnSpc>
                <a:spcPct val="100000"/>
              </a:lnSpc>
            </a:pPr>
            <a:endParaRPr lang="en-AE" sz="970" b="0" u="none" strike="noStrike">
              <a:solidFill>
                <a:srgbClr val="000000"/>
              </a:solidFill>
              <a:effectLst/>
              <a:uFillTx/>
              <a:latin typeface="Verdana"/>
            </a:endParaRPr>
          </a:p>
          <a:p>
            <a:pPr defTabSz="914400">
              <a:lnSpc>
                <a:spcPct val="100000"/>
              </a:lnSpc>
            </a:pPr>
            <a:endParaRPr lang="en-AE" sz="970" b="0" u="none" strike="noStrike">
              <a:solidFill>
                <a:srgbClr val="000000"/>
              </a:solidFill>
              <a:effectLst/>
              <a:uFillTx/>
              <a:latin typeface="Verdana"/>
            </a:endParaRPr>
          </a:p>
        </p:txBody>
      </p:sp>
      <p:sp>
        <p:nvSpPr>
          <p:cNvPr id="3" name="PlaceHolder 2"/>
          <p:cNvSpPr>
            <a:spLocks noGrp="1"/>
          </p:cNvSpPr>
          <p:nvPr>
            <p:ph type="sldNum" idx="6"/>
          </p:nvPr>
        </p:nvSpPr>
        <p:spPr/>
        <p:txBody>
          <a:bodyPr/>
          <a:p>
            <a:fld id="{3394CA9E-38B6-486D-9466-BB62D830EB8F}"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hasCustomPrompt="1"/>
          </p:nvPr>
        </p:nvSpPr>
        <p:spPr>
          <a:xfrm>
            <a:off x="452880" y="3081240"/>
            <a:ext cx="9001080" cy="289440"/>
          </a:xfrm>
          <a:prstGeom prst="rect">
            <a:avLst/>
          </a:prstGeom>
          <a:noFill/>
          <a:ln w="0">
            <a:noFill/>
          </a:ln>
        </p:spPr>
        <p:txBody>
          <a:bodyPr lIns="90000" tIns="45000" rIns="90000" bIns="45000" anchor="ctr">
            <a:noAutofit/>
          </a:bodyPr>
          <a:p>
            <a:pPr indent="0" algn="l" defTabSz="556920">
              <a:buNone/>
              <a:tabLst>
                <a:tab pos="0" algn="l"/>
              </a:tabLst>
            </a:pPr>
            <a:endParaRPr lang="en-US" sz="2200" b="0" u="none" strike="noStrike">
              <a:solidFill>
                <a:schemeClr val="accent1"/>
              </a:solidFill>
              <a:effectLst/>
              <a:uFillTx/>
              <a:latin typeface="Verdana"/>
            </a:endParaRPr>
          </a:p>
        </p:txBody>
      </p:sp>
      <p:sp>
        <p:nvSpPr>
          <p:cNvPr id="517" name="PlaceHolder 2"/>
          <p:cNvSpPr>
            <a:spLocks noGrp="1"/>
          </p:cNvSpPr>
          <p:nvPr>
            <p:ph hasCustomPrompt="1"/>
          </p:nvPr>
        </p:nvSpPr>
        <p:spPr>
          <a:xfrm>
            <a:off x="452880" y="3635280"/>
            <a:ext cx="9001080" cy="194040"/>
          </a:xfrm>
          <a:prstGeom prst="rect">
            <a:avLst/>
          </a:prstGeom>
          <a:noFill/>
          <a:ln w="0">
            <a:noFill/>
          </a:ln>
        </p:spPr>
        <p:txBody>
          <a:bodyPr lIns="90000" tIns="45000" rIns="90000" bIns="45000" anchor="ctr">
            <a:noAutofit/>
          </a:bodyPr>
          <a:p>
            <a:pPr indent="0" algn="l" defTabSz="556920">
              <a:buNone/>
              <a:tabLst>
                <a:tab pos="0" algn="l"/>
              </a:tabLst>
            </a:pPr>
            <a:endParaRPr lang="en-US" sz="1800" b="1" u="none" strike="noStrike">
              <a:solidFill>
                <a:schemeClr val="accent1"/>
              </a:solidFill>
              <a:effectLst/>
              <a:uFillTx/>
              <a:latin typeface="Verdana"/>
            </a:endParaRPr>
          </a:p>
        </p:txBody>
      </p:sp>
      <p:sp>
        <p:nvSpPr>
          <p:cNvPr id="518" name="PlaceHolder 3"/>
          <p:cNvSpPr>
            <a:spLocks noGrp="1"/>
          </p:cNvSpPr>
          <p:nvPr>
            <p:ph/>
          </p:nvPr>
        </p:nvSpPr>
        <p:spPr>
          <a:xfrm>
            <a:off x="452880" y="3868560"/>
            <a:ext cx="9001080" cy="2540520"/>
          </a:xfrm>
          <a:prstGeom prst="rect">
            <a:avLst/>
          </a:prstGeom>
          <a:noFill/>
          <a:ln w="0">
            <a:noFill/>
          </a:ln>
        </p:spPr>
        <p:txBody>
          <a:bodyPr lIns="90000" tIns="45000" rIns="90000" bIns="45000" anchor="t">
            <a:noAutofit/>
          </a:bodyPr>
          <a:p>
            <a:pPr indent="0" algn="just" defTabSz="55692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55692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55692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dk1"/>
              </a:solidFill>
              <a:effectLst/>
              <a:uFillTx/>
              <a:latin typeface="Verdana"/>
            </a:endParaRPr>
          </a:p>
          <a:p>
            <a:pPr indent="0" algn="just" defTabSz="556920">
              <a:lnSpc>
                <a:spcPct val="100000"/>
              </a:lnSpc>
              <a:buNone/>
              <a:tabLst>
                <a:tab pos="0" algn="l"/>
              </a:tabLst>
            </a:pPr>
            <a:endParaRPr lang="en-US" sz="900" b="0" u="none" strike="noStrike">
              <a:solidFill>
                <a:schemeClr val="dk1"/>
              </a:solidFill>
              <a:effectLst/>
              <a:uFillTx/>
              <a:latin typeface="Verdana"/>
            </a:endParaRPr>
          </a:p>
          <a:p>
            <a:pPr indent="0" algn="just" defTabSz="55692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dk1"/>
              </a:solidFill>
              <a:effectLst/>
              <a:uFillTx/>
              <a:latin typeface="Verdana"/>
            </a:endParaRPr>
          </a:p>
          <a:p>
            <a:pPr indent="0" algn="just" defTabSz="556920">
              <a:lnSpc>
                <a:spcPct val="100000"/>
              </a:lnSpc>
              <a:buNone/>
              <a:tabLst>
                <a:tab pos="0" algn="l"/>
              </a:tabLst>
            </a:pPr>
            <a:endParaRPr lang="en-US" sz="900" b="0" u="none" strike="noStrike">
              <a:solidFill>
                <a:schemeClr val="dk1"/>
              </a:solidFill>
              <a:effectLst/>
              <a:uFillTx/>
              <a:latin typeface="Verdana"/>
            </a:endParaRPr>
          </a:p>
          <a:p>
            <a:pPr indent="0" algn="just" defTabSz="556920">
              <a:lnSpc>
                <a:spcPct val="100000"/>
              </a:lnSpc>
              <a:buNone/>
              <a:tabLst>
                <a:tab pos="0" algn="l"/>
              </a:tabLst>
            </a:pPr>
            <a:r>
              <a:rPr lang="en-AE" sz="90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dk1"/>
              </a:solidFill>
              <a:effectLst/>
              <a:uFillTx/>
              <a:latin typeface="Verdana"/>
            </a:endParaRPr>
          </a:p>
          <a:p>
            <a:pPr indent="0" algn="just" defTabSz="556920">
              <a:lnSpc>
                <a:spcPct val="100000"/>
              </a:lnSpc>
              <a:buNone/>
              <a:tabLst>
                <a:tab pos="0" algn="l"/>
              </a:tabLst>
            </a:pPr>
            <a:endParaRPr lang="en-US" sz="900" b="0" u="none" strike="noStrike">
              <a:solidFill>
                <a:schemeClr val="dk1"/>
              </a:solidFill>
              <a:effectLst/>
              <a:uFillTx/>
              <a:latin typeface="Verdana"/>
            </a:endParaRPr>
          </a:p>
          <a:p>
            <a:pPr indent="0" algn="just" defTabSz="556920">
              <a:lnSpc>
                <a:spcPct val="100000"/>
              </a:lnSpc>
              <a:buNone/>
              <a:tabLst>
                <a:tab pos="0" algn="l"/>
              </a:tabLst>
            </a:pPr>
            <a:endParaRPr lang="en-US" sz="900" b="0" u="none" strike="noStrike">
              <a:solidFill>
                <a:schemeClr val="dk1"/>
              </a:solidFill>
              <a:effectLst/>
              <a:uFillTx/>
              <a:latin typeface="Verdana"/>
            </a:endParaRPr>
          </a:p>
          <a:p>
            <a:pPr indent="0" algn="l" defTabSz="556920">
              <a:lnSpc>
                <a:spcPct val="100000"/>
              </a:lnSpc>
              <a:buNone/>
              <a:tabLst>
                <a:tab pos="0" algn="l"/>
              </a:tabLst>
            </a:pPr>
            <a:endParaRPr lang="en-US" sz="900" b="0" u="none" strike="noStrike">
              <a:solidFill>
                <a:schemeClr val="dk1"/>
              </a:solidFill>
              <a:effectLst/>
              <a:uFillTx/>
              <a:latin typeface="Verdana"/>
            </a:endParaRPr>
          </a:p>
          <a:p>
            <a:pPr indent="0" algn="l" defTabSz="556920">
              <a:lnSpc>
                <a:spcPct val="100000"/>
              </a:lnSpc>
              <a:buNone/>
              <a:tabLst>
                <a:tab pos="0" algn="l"/>
              </a:tabLst>
            </a:pPr>
            <a:endParaRPr lang="en-US" sz="900" b="0" u="none" strike="noStrike">
              <a:solidFill>
                <a:schemeClr val="dk1"/>
              </a:solidFill>
              <a:effectLst/>
              <a:uFillTx/>
              <a:latin typeface="Verdana"/>
            </a:endParaRPr>
          </a:p>
        </p:txBody>
      </p:sp>
      <p:pic>
        <p:nvPicPr>
          <p:cNvPr id="519" name="Picture Placeholder 4"/>
          <p:cNvPicPr/>
          <p:nvPr/>
        </p:nvPicPr>
        <p:blipFill>
          <a:blip r:embed="rId1"/>
          <a:stretch/>
        </p:blipFill>
        <p:spPr>
          <a:xfrm>
            <a:off x="0" y="564840"/>
            <a:ext cx="9905760" cy="2388960"/>
          </a:xfrm>
          <a:prstGeom prst="rect">
            <a:avLst/>
          </a:prstGeom>
          <a:solidFill>
            <a:schemeClr val="bg1">
              <a:lumMod val="95000"/>
            </a:schemeClr>
          </a:solidFill>
          <a:ln w="0">
            <a:noFill/>
          </a:ln>
        </p:spPr>
      </p:pic>
      <p:sp>
        <p:nvSpPr>
          <p:cNvPr id="5" name="PlaceHolder 4"/>
          <p:cNvSpPr>
            <a:spLocks noGrp="1"/>
          </p:cNvSpPr>
          <p:nvPr>
            <p:ph type="sldNum" idx="8"/>
          </p:nvPr>
        </p:nvSpPr>
        <p:spPr/>
        <p:txBody>
          <a:bodyPr/>
          <a:p>
            <a:fld id="{319F35F2-E59E-4330-A290-2BC52EA5482D}"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hasCustomPrompt="1"/>
          </p:nvPr>
        </p:nvSpPr>
        <p:spPr>
          <a:xfrm>
            <a:off x="454680" y="738720"/>
            <a:ext cx="8999280" cy="540000"/>
          </a:xfrm>
          <a:prstGeom prst="rect">
            <a:avLst/>
          </a:prstGeom>
          <a:noFill/>
          <a:ln w="0">
            <a:noFill/>
          </a:ln>
        </p:spPr>
        <p:txBody>
          <a:bodyPr lIns="90000" tIns="45000" rIns="90000" bIns="45000" anchor="ctr">
            <a:noAutofit/>
          </a:bodyPr>
          <a:p>
            <a:pPr indent="0" algn="l" defTabSz="914400">
              <a:buNone/>
              <a:tabLst>
                <a:tab pos="0" algn="l"/>
              </a:tabLst>
            </a:pPr>
            <a:endParaRPr lang="en-US" sz="2200" b="0" u="none" strike="noStrike">
              <a:solidFill>
                <a:schemeClr val="accent1"/>
              </a:solidFill>
              <a:effectLst/>
              <a:uFillTx/>
              <a:latin typeface="Verdana"/>
            </a:endParaRPr>
          </a:p>
        </p:txBody>
      </p:sp>
      <p:sp>
        <p:nvSpPr>
          <p:cNvPr id="521" name="PlaceHolder 2"/>
          <p:cNvSpPr>
            <a:spLocks noGrp="1"/>
          </p:cNvSpPr>
          <p:nvPr>
            <p:ph hasCustomPrompt="1"/>
          </p:nvPr>
        </p:nvSpPr>
        <p:spPr>
          <a:xfrm>
            <a:off x="454680" y="1461960"/>
            <a:ext cx="8999280" cy="361440"/>
          </a:xfrm>
          <a:prstGeom prst="rect">
            <a:avLst/>
          </a:prstGeom>
          <a:noFill/>
          <a:ln w="0">
            <a:noFill/>
          </a:ln>
        </p:spPr>
        <p:txBody>
          <a:bodyPr lIns="90000" tIns="45000" rIns="90000" bIns="45000" anchor="t">
            <a:noAutofit/>
          </a:bodyPr>
          <a:p>
            <a:pPr indent="0" algn="l" defTabSz="914400">
              <a:buNone/>
              <a:tabLst>
                <a:tab pos="0" algn="l"/>
              </a:tabLst>
            </a:pPr>
            <a:endParaRPr lang="en-US" sz="1800" b="1" u="none" strike="noStrike">
              <a:solidFill>
                <a:schemeClr val="accent1"/>
              </a:solidFill>
              <a:effectLst/>
              <a:uFillTx/>
              <a:latin typeface="Verdana"/>
            </a:endParaRPr>
          </a:p>
        </p:txBody>
      </p:sp>
      <p:sp>
        <p:nvSpPr>
          <p:cNvPr id="522" name="PlaceHolder 3"/>
          <p:cNvSpPr>
            <a:spLocks noGrp="1"/>
          </p:cNvSpPr>
          <p:nvPr>
            <p:ph/>
          </p:nvPr>
        </p:nvSpPr>
        <p:spPr>
          <a:xfrm>
            <a:off x="453240" y="1895400"/>
            <a:ext cx="9000720" cy="1469880"/>
          </a:xfrm>
          <a:prstGeom prst="rect">
            <a:avLst/>
          </a:prstGeom>
          <a:noFill/>
          <a:ln w="0">
            <a:noFill/>
          </a:ln>
        </p:spPr>
        <p:txBody>
          <a:bodyPr lIns="90000" tIns="45000" rIns="90000" bIns="4500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l" defTabSz="914400">
              <a:lnSpc>
                <a:spcPct val="100000"/>
              </a:lnSpc>
              <a:buNone/>
              <a:tabLst>
                <a:tab pos="0" algn="l"/>
              </a:tabLst>
            </a:pPr>
            <a:r>
              <a:rPr lang="en-AE" sz="900" b="0" u="none" strike="noStrike">
                <a:solidFill>
                  <a:schemeClr val="accent2"/>
                </a:solidFill>
                <a:effectLst/>
                <a:uFillTx/>
                <a:latin typeface="Verdana"/>
                <a:ea typeface="Verdana"/>
              </a:rPr>
              <a:t>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AE" sz="900" b="0" u="none" strike="noStrike">
                <a:solidFill>
                  <a:schemeClr val="accent2"/>
                </a:solidFill>
                <a:effectLst/>
                <a:uFillTx/>
                <a:latin typeface="Verdana"/>
                <a:ea typeface="Verdana"/>
              </a:rPr>
              <a:t>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l" defTabSz="914400">
              <a:lnSpc>
                <a:spcPct val="100000"/>
              </a:lnSpc>
              <a:buNone/>
              <a:tabLst>
                <a:tab pos="0" algn="l"/>
              </a:tabLst>
            </a:pPr>
            <a:r>
              <a:rPr lang="en-AE" sz="900" b="0" u="none" strike="noStrike">
                <a:solidFill>
                  <a:schemeClr val="accent2"/>
                </a:solidFill>
                <a:effectLst/>
                <a:uFillTx/>
                <a:latin typeface="Verdana"/>
                <a:ea typeface="Verdana"/>
              </a:rPr>
              <a:t>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u="none" strike="noStrike">
              <a:solidFill>
                <a:schemeClr val="accent2"/>
              </a:solidFill>
              <a:effectLst/>
              <a:uFillTx/>
              <a:latin typeface="Verdana"/>
            </a:endParaRPr>
          </a:p>
          <a:p>
            <a:pPr indent="0" algn="l" defTabSz="914400">
              <a:lnSpc>
                <a:spcPct val="100000"/>
              </a:lnSpc>
              <a:buNone/>
              <a:tabLst>
                <a:tab pos="0" algn="l"/>
              </a:tabLst>
            </a:pPr>
            <a:endParaRPr lang="en-US" sz="900" b="0" u="none" strike="noStrike">
              <a:solidFill>
                <a:schemeClr val="accent2"/>
              </a:solidFill>
              <a:effectLst/>
              <a:uFillTx/>
              <a:latin typeface="Verdana"/>
            </a:endParaRPr>
          </a:p>
        </p:txBody>
      </p:sp>
      <p:pic>
        <p:nvPicPr>
          <p:cNvPr id="523" name="Picture Placeholder 4"/>
          <p:cNvPicPr/>
          <p:nvPr/>
        </p:nvPicPr>
        <p:blipFill>
          <a:blip r:embed="rId1"/>
          <a:stretch/>
        </p:blipFill>
        <p:spPr>
          <a:xfrm>
            <a:off x="452880" y="3492360"/>
            <a:ext cx="9001080" cy="2917080"/>
          </a:xfrm>
          <a:prstGeom prst="rect">
            <a:avLst/>
          </a:prstGeom>
          <a:solidFill>
            <a:schemeClr val="bg1">
              <a:lumMod val="95000"/>
            </a:schemeClr>
          </a:solidFill>
          <a:ln w="0">
            <a:noFill/>
          </a:ln>
        </p:spPr>
      </p:pic>
      <p:sp>
        <p:nvSpPr>
          <p:cNvPr id="5" name="PlaceHolder 4"/>
          <p:cNvSpPr>
            <a:spLocks noGrp="1"/>
          </p:cNvSpPr>
          <p:nvPr>
            <p:ph type="sldNum" idx="12"/>
          </p:nvPr>
        </p:nvSpPr>
        <p:spPr/>
        <p:txBody>
          <a:bodyPr/>
          <a:p>
            <a:fld id="{1CC80BBB-530C-4C9A-B7FD-56895BBDD193}"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p:nvPr>
        </p:nvSpPr>
        <p:spPr>
          <a:xfrm>
            <a:off x="452880" y="1803600"/>
            <a:ext cx="4435920" cy="4605480"/>
          </a:xfrm>
          <a:prstGeom prst="rect">
            <a:avLst/>
          </a:prstGeom>
          <a:noFill/>
          <a:ln w="0">
            <a:noFill/>
          </a:ln>
        </p:spPr>
        <p:txBody>
          <a:bodyPr lIns="90000" tIns="45000" rIns="90000" bIns="4500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r>
              <a:rPr lang="en-AE" sz="97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70" b="1" u="none" strike="noStrike">
              <a:solidFill>
                <a:schemeClr val="accent1"/>
              </a:solidFill>
              <a:effectLst/>
              <a:uFillTx/>
              <a:latin typeface="Verdana"/>
            </a:endParaRPr>
          </a:p>
          <a:p>
            <a:pPr indent="0" algn="just" defTabSz="914400">
              <a:lnSpc>
                <a:spcPct val="100000"/>
              </a:lnSpc>
              <a:buNone/>
              <a:tabLst>
                <a:tab pos="0" algn="l"/>
              </a:tabLst>
            </a:pPr>
            <a:endParaRPr lang="en-US" sz="970" b="1" u="none" strike="noStrike">
              <a:solidFill>
                <a:schemeClr val="accent1"/>
              </a:solidFill>
              <a:effectLst/>
              <a:uFillTx/>
              <a:latin typeface="Verdana"/>
            </a:endParaRPr>
          </a:p>
          <a:p>
            <a:pPr indent="0" algn="just" defTabSz="914400">
              <a:lnSpc>
                <a:spcPct val="100000"/>
              </a:lnSpc>
              <a:buNone/>
              <a:tabLst>
                <a:tab pos="0" algn="l"/>
              </a:tabLst>
            </a:pPr>
            <a:r>
              <a:rPr lang="en-AE" sz="97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a:t>
            </a:r>
            <a:endParaRPr lang="en-US" sz="970" b="1" u="none" strike="noStrike">
              <a:solidFill>
                <a:schemeClr val="accent1"/>
              </a:solidFill>
              <a:effectLst/>
              <a:uFillTx/>
              <a:latin typeface="Verdana"/>
            </a:endParaRPr>
          </a:p>
          <a:p>
            <a:pPr indent="0" algn="just" defTabSz="914400">
              <a:lnSpc>
                <a:spcPct val="100000"/>
              </a:lnSpc>
              <a:buNone/>
              <a:tabLst>
                <a:tab pos="0" algn="l"/>
              </a:tabLst>
            </a:pPr>
            <a:endParaRPr lang="en-US" sz="970" b="1" u="none" strike="noStrike">
              <a:solidFill>
                <a:schemeClr val="accent1"/>
              </a:solidFill>
              <a:effectLst/>
              <a:uFillTx/>
              <a:latin typeface="Verdana"/>
            </a:endParaRPr>
          </a:p>
          <a:p>
            <a:pPr indent="0" algn="l" defTabSz="914400">
              <a:lnSpc>
                <a:spcPct val="100000"/>
              </a:lnSpc>
              <a:buNone/>
              <a:tabLst>
                <a:tab pos="0" algn="l"/>
              </a:tabLst>
            </a:pPr>
            <a:endParaRPr lang="en-US" sz="970" b="1" u="none" strike="noStrike">
              <a:solidFill>
                <a:schemeClr val="accent1"/>
              </a:solidFill>
              <a:effectLst/>
              <a:uFillTx/>
              <a:latin typeface="Verdana"/>
            </a:endParaRPr>
          </a:p>
          <a:p>
            <a:pPr indent="0" algn="l" defTabSz="914400">
              <a:lnSpc>
                <a:spcPct val="100000"/>
              </a:lnSpc>
              <a:buNone/>
              <a:tabLst>
                <a:tab pos="0" algn="l"/>
              </a:tabLst>
            </a:pPr>
            <a:endParaRPr lang="en-US" sz="970" b="1" u="none" strike="noStrike">
              <a:solidFill>
                <a:schemeClr val="accent1"/>
              </a:solidFill>
              <a:effectLst/>
              <a:uFillTx/>
              <a:latin typeface="Verdana"/>
            </a:endParaRPr>
          </a:p>
          <a:p>
            <a:pPr indent="0" algn="l" defTabSz="914400">
              <a:lnSpc>
                <a:spcPct val="100000"/>
              </a:lnSpc>
              <a:buNone/>
              <a:tabLst>
                <a:tab pos="0" algn="l"/>
              </a:tabLst>
            </a:pPr>
            <a:endParaRPr lang="en-US" sz="970" b="1" u="none" strike="noStrike">
              <a:solidFill>
                <a:schemeClr val="accent1"/>
              </a:solidFill>
              <a:effectLst/>
              <a:uFillTx/>
              <a:latin typeface="Verdana"/>
            </a:endParaRPr>
          </a:p>
        </p:txBody>
      </p:sp>
      <p:pic>
        <p:nvPicPr>
          <p:cNvPr id="525" name="Picture Placeholder 2"/>
          <p:cNvPicPr/>
          <p:nvPr/>
        </p:nvPicPr>
        <p:blipFill>
          <a:blip r:embed="rId1"/>
          <a:stretch/>
        </p:blipFill>
        <p:spPr>
          <a:xfrm>
            <a:off x="5017680" y="1803600"/>
            <a:ext cx="4435200" cy="4605480"/>
          </a:xfrm>
          <a:prstGeom prst="rect">
            <a:avLst/>
          </a:prstGeom>
          <a:solidFill>
            <a:schemeClr val="bg1">
              <a:lumMod val="95000"/>
            </a:schemeClr>
          </a:solidFill>
          <a:ln w="0">
            <a:noFill/>
          </a:ln>
        </p:spPr>
      </p:pic>
      <p:sp>
        <p:nvSpPr>
          <p:cNvPr id="526" name="PlaceHolder 2"/>
          <p:cNvSpPr>
            <a:spLocks noGrp="1"/>
          </p:cNvSpPr>
          <p:nvPr>
            <p:ph hasCustomPrompt="1"/>
          </p:nvPr>
        </p:nvSpPr>
        <p:spPr>
          <a:xfrm>
            <a:off x="452880" y="738720"/>
            <a:ext cx="9001080" cy="540000"/>
          </a:xfrm>
          <a:prstGeom prst="rect">
            <a:avLst/>
          </a:prstGeom>
          <a:noFill/>
          <a:ln w="0">
            <a:noFill/>
          </a:ln>
        </p:spPr>
        <p:txBody>
          <a:bodyPr lIns="90000" tIns="45000" rIns="90000" bIns="45000" anchor="ctr">
            <a:noAutofit/>
          </a:bodyPr>
          <a:p>
            <a:pPr indent="0" algn="l" defTabSz="914400">
              <a:buNone/>
              <a:tabLst>
                <a:tab pos="0" algn="l"/>
              </a:tabLst>
            </a:pPr>
            <a:endParaRPr lang="en-US" sz="2200" b="0" u="none" strike="noStrike">
              <a:solidFill>
                <a:schemeClr val="accent1"/>
              </a:solidFill>
              <a:effectLst/>
              <a:uFillTx/>
              <a:latin typeface="Verdana"/>
            </a:endParaRPr>
          </a:p>
        </p:txBody>
      </p:sp>
      <p:sp>
        <p:nvSpPr>
          <p:cNvPr id="527" name="PlaceHolder 3"/>
          <p:cNvSpPr>
            <a:spLocks noGrp="1"/>
          </p:cNvSpPr>
          <p:nvPr>
            <p:ph hasCustomPrompt="1"/>
          </p:nvPr>
        </p:nvSpPr>
        <p:spPr>
          <a:xfrm>
            <a:off x="452880" y="1461960"/>
            <a:ext cx="9000000" cy="247320"/>
          </a:xfrm>
          <a:prstGeom prst="rect">
            <a:avLst/>
          </a:prstGeom>
          <a:noFill/>
          <a:ln w="0">
            <a:noFill/>
          </a:ln>
        </p:spPr>
        <p:txBody>
          <a:bodyPr lIns="90000" tIns="45000" rIns="90000" bIns="45000" anchor="ctr">
            <a:noAutofit/>
          </a:bodyPr>
          <a:p>
            <a:pPr indent="0" algn="l" defTabSz="914400">
              <a:buNone/>
              <a:tabLst>
                <a:tab pos="0" algn="l"/>
              </a:tabLst>
            </a:pPr>
            <a:endParaRPr lang="en-US" sz="1800" b="1" u="none" strike="noStrike">
              <a:solidFill>
                <a:schemeClr val="accent1"/>
              </a:solidFill>
              <a:effectLst/>
              <a:uFillTx/>
              <a:latin typeface="Verdana"/>
            </a:endParaRPr>
          </a:p>
        </p:txBody>
      </p:sp>
      <p:sp>
        <p:nvSpPr>
          <p:cNvPr id="5" name="PlaceHolder 4"/>
          <p:cNvSpPr>
            <a:spLocks noGrp="1"/>
          </p:cNvSpPr>
          <p:nvPr>
            <p:ph type="sldNum" idx="16"/>
          </p:nvPr>
        </p:nvSpPr>
        <p:spPr/>
        <p:txBody>
          <a:bodyPr/>
          <a:p>
            <a:fld id="{936C50B6-A361-463C-976F-8671C9892F0B}"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p:nvPr>
        </p:nvSpPr>
        <p:spPr>
          <a:xfrm>
            <a:off x="5018040" y="1793520"/>
            <a:ext cx="4434840" cy="4615560"/>
          </a:xfrm>
          <a:prstGeom prst="rect">
            <a:avLst/>
          </a:prstGeom>
          <a:noFill/>
          <a:ln w="0">
            <a:noFill/>
          </a:ln>
        </p:spPr>
        <p:txBody>
          <a:bodyPr lIns="90000" tIns="45000" rIns="90000" bIns="4500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r>
              <a:rPr lang="en-AE" sz="97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70" b="1" u="none" strike="noStrike">
              <a:solidFill>
                <a:schemeClr val="accent1"/>
              </a:solidFill>
              <a:effectLst/>
              <a:uFillTx/>
              <a:latin typeface="Verdana"/>
            </a:endParaRPr>
          </a:p>
          <a:p>
            <a:pPr indent="0" algn="just" defTabSz="914400">
              <a:lnSpc>
                <a:spcPct val="100000"/>
              </a:lnSpc>
              <a:buNone/>
              <a:tabLst>
                <a:tab pos="0" algn="l"/>
              </a:tabLst>
            </a:pPr>
            <a:endParaRPr lang="en-US" sz="970" b="1" u="none" strike="noStrike">
              <a:solidFill>
                <a:schemeClr val="accent1"/>
              </a:solidFill>
              <a:effectLst/>
              <a:uFillTx/>
              <a:latin typeface="Verdana"/>
            </a:endParaRPr>
          </a:p>
          <a:p>
            <a:pPr indent="0" algn="just" defTabSz="914400">
              <a:lnSpc>
                <a:spcPct val="100000"/>
              </a:lnSpc>
              <a:buNone/>
              <a:tabLst>
                <a:tab pos="0" algn="l"/>
              </a:tabLst>
            </a:pPr>
            <a:r>
              <a:rPr lang="en-AE" sz="97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a:t>
            </a:r>
            <a:endParaRPr lang="en-US" sz="970" b="1" u="none" strike="noStrike">
              <a:solidFill>
                <a:schemeClr val="accent1"/>
              </a:solidFill>
              <a:effectLst/>
              <a:uFillTx/>
              <a:latin typeface="Verdana"/>
            </a:endParaRPr>
          </a:p>
          <a:p>
            <a:pPr indent="0" algn="just" defTabSz="914400">
              <a:lnSpc>
                <a:spcPct val="100000"/>
              </a:lnSpc>
              <a:buNone/>
              <a:tabLst>
                <a:tab pos="0" algn="l"/>
              </a:tabLst>
            </a:pPr>
            <a:endParaRPr lang="en-US" sz="970" b="1" u="none" strike="noStrike">
              <a:solidFill>
                <a:schemeClr val="accent1"/>
              </a:solidFill>
              <a:effectLst/>
              <a:uFillTx/>
              <a:latin typeface="Verdana"/>
            </a:endParaRPr>
          </a:p>
          <a:p>
            <a:pPr indent="0" algn="l" defTabSz="914400">
              <a:lnSpc>
                <a:spcPct val="100000"/>
              </a:lnSpc>
              <a:buNone/>
              <a:tabLst>
                <a:tab pos="0" algn="l"/>
              </a:tabLst>
            </a:pPr>
            <a:endParaRPr lang="en-US" sz="970" b="1" u="none" strike="noStrike">
              <a:solidFill>
                <a:schemeClr val="accent1"/>
              </a:solidFill>
              <a:effectLst/>
              <a:uFillTx/>
              <a:latin typeface="Verdana"/>
            </a:endParaRPr>
          </a:p>
          <a:p>
            <a:pPr indent="0" algn="l" defTabSz="914400">
              <a:lnSpc>
                <a:spcPct val="100000"/>
              </a:lnSpc>
              <a:buNone/>
              <a:tabLst>
                <a:tab pos="0" algn="l"/>
              </a:tabLst>
            </a:pPr>
            <a:endParaRPr lang="en-US" sz="970" b="1" u="none" strike="noStrike">
              <a:solidFill>
                <a:schemeClr val="accent1"/>
              </a:solidFill>
              <a:effectLst/>
              <a:uFillTx/>
              <a:latin typeface="Verdana"/>
            </a:endParaRPr>
          </a:p>
          <a:p>
            <a:pPr indent="0" algn="l" defTabSz="914400">
              <a:lnSpc>
                <a:spcPct val="100000"/>
              </a:lnSpc>
              <a:buNone/>
              <a:tabLst>
                <a:tab pos="0" algn="l"/>
              </a:tabLst>
            </a:pPr>
            <a:endParaRPr lang="en-US" sz="970" b="1" u="none" strike="noStrike">
              <a:solidFill>
                <a:schemeClr val="accent1"/>
              </a:solidFill>
              <a:effectLst/>
              <a:uFillTx/>
              <a:latin typeface="Verdana"/>
            </a:endParaRPr>
          </a:p>
        </p:txBody>
      </p:sp>
      <p:pic>
        <p:nvPicPr>
          <p:cNvPr id="529" name="Picture Placeholder 2"/>
          <p:cNvPicPr/>
          <p:nvPr/>
        </p:nvPicPr>
        <p:blipFill>
          <a:blip r:embed="rId1"/>
          <a:stretch/>
        </p:blipFill>
        <p:spPr>
          <a:xfrm>
            <a:off x="452880" y="1793520"/>
            <a:ext cx="4436280" cy="4615560"/>
          </a:xfrm>
          <a:prstGeom prst="rect">
            <a:avLst/>
          </a:prstGeom>
          <a:solidFill>
            <a:schemeClr val="bg1">
              <a:lumMod val="95000"/>
            </a:schemeClr>
          </a:solidFill>
          <a:ln w="0">
            <a:noFill/>
          </a:ln>
        </p:spPr>
      </p:pic>
      <p:sp>
        <p:nvSpPr>
          <p:cNvPr id="530" name="PlaceHolder 2"/>
          <p:cNvSpPr>
            <a:spLocks noGrp="1"/>
          </p:cNvSpPr>
          <p:nvPr>
            <p:ph hasCustomPrompt="1"/>
          </p:nvPr>
        </p:nvSpPr>
        <p:spPr>
          <a:xfrm>
            <a:off x="452880" y="738720"/>
            <a:ext cx="9000000" cy="540000"/>
          </a:xfrm>
          <a:prstGeom prst="rect">
            <a:avLst/>
          </a:prstGeom>
          <a:noFill/>
          <a:ln w="0">
            <a:noFill/>
          </a:ln>
        </p:spPr>
        <p:txBody>
          <a:bodyPr lIns="90000" tIns="45000" rIns="90000" bIns="45000" anchor="ctr">
            <a:noAutofit/>
          </a:bodyPr>
          <a:p>
            <a:pPr indent="0" algn="l" defTabSz="914400">
              <a:buNone/>
              <a:tabLst>
                <a:tab pos="0" algn="l"/>
              </a:tabLst>
            </a:pPr>
            <a:endParaRPr lang="en-US" sz="2200" b="0" u="none" strike="noStrike">
              <a:solidFill>
                <a:schemeClr val="accent1"/>
              </a:solidFill>
              <a:effectLst/>
              <a:uFillTx/>
              <a:latin typeface="Verdana"/>
            </a:endParaRPr>
          </a:p>
        </p:txBody>
      </p:sp>
      <p:sp>
        <p:nvSpPr>
          <p:cNvPr id="531" name="PlaceHolder 3"/>
          <p:cNvSpPr>
            <a:spLocks noGrp="1"/>
          </p:cNvSpPr>
          <p:nvPr>
            <p:ph hasCustomPrompt="1"/>
          </p:nvPr>
        </p:nvSpPr>
        <p:spPr>
          <a:xfrm>
            <a:off x="452880" y="1461960"/>
            <a:ext cx="9000000" cy="247320"/>
          </a:xfrm>
          <a:prstGeom prst="rect">
            <a:avLst/>
          </a:prstGeom>
          <a:noFill/>
          <a:ln w="0">
            <a:noFill/>
          </a:ln>
        </p:spPr>
        <p:txBody>
          <a:bodyPr lIns="90000" tIns="45000" rIns="90000" bIns="45000" anchor="ctr">
            <a:noAutofit/>
          </a:bodyPr>
          <a:p>
            <a:pPr indent="0" algn="l" defTabSz="914400">
              <a:buNone/>
              <a:tabLst>
                <a:tab pos="0" algn="l"/>
              </a:tabLst>
            </a:pPr>
            <a:endParaRPr lang="en-US" sz="1800" b="1" u="none" strike="noStrike">
              <a:solidFill>
                <a:schemeClr val="accent1"/>
              </a:solidFill>
              <a:effectLst/>
              <a:uFillTx/>
              <a:latin typeface="Verdana"/>
            </a:endParaRPr>
          </a:p>
        </p:txBody>
      </p:sp>
      <p:sp>
        <p:nvSpPr>
          <p:cNvPr id="5" name="PlaceHolder 4"/>
          <p:cNvSpPr>
            <a:spLocks noGrp="1"/>
          </p:cNvSpPr>
          <p:nvPr>
            <p:ph type="sldNum" idx="18"/>
          </p:nvPr>
        </p:nvSpPr>
        <p:spPr/>
        <p:txBody>
          <a:bodyPr/>
          <a:p>
            <a:fld id="{F3FBAC7F-784C-4129-8E04-5A9C936CA546}"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PlaceHolder 1"/>
          <p:cNvSpPr>
            <a:spLocks noGrp="1"/>
          </p:cNvSpPr>
          <p:nvPr>
            <p:ph/>
          </p:nvPr>
        </p:nvSpPr>
        <p:spPr>
          <a:xfrm>
            <a:off x="452520" y="2045520"/>
            <a:ext cx="9000720" cy="430200"/>
          </a:xfrm>
          <a:prstGeom prst="rect">
            <a:avLst/>
          </a:prstGeom>
          <a:noFill/>
          <a:ln w="0">
            <a:noFill/>
          </a:ln>
        </p:spPr>
        <p:txBody>
          <a:bodyPr lIns="90000" tIns="45000" rIns="90000" bIns="45000" anchor="t">
            <a:noAutofit/>
          </a:bodyPr>
          <a:p>
            <a:pPr indent="0" algn="l">
              <a:lnSpc>
                <a:spcPct val="100000"/>
              </a:lnSpc>
              <a:buNone/>
            </a:pPr>
            <a:r>
              <a:rPr lang="en-US" sz="2200" b="1" u="none" strike="noStrike">
                <a:solidFill>
                  <a:schemeClr val="lt1"/>
                </a:solidFill>
                <a:effectLst/>
                <a:uFillTx/>
                <a:latin typeface="Verdana"/>
                <a:ea typeface="Verdana"/>
              </a:rPr>
              <a:t>PROJECT UNDERSTANDING</a:t>
            </a:r>
            <a:endParaRPr lang="en-US" sz="2200" b="1" u="none" strike="noStrike">
              <a:solidFill>
                <a:schemeClr val="lt1"/>
              </a:solidFill>
              <a:effectLst/>
              <a:uFillTx/>
              <a:latin typeface="Verdana"/>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p:nvPr>
        </p:nvSpPr>
        <p:spPr>
          <a:xfrm>
            <a:off x="452880" y="4069440"/>
            <a:ext cx="2910240" cy="233964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u="none" strike="noStrike">
              <a:solidFill>
                <a:schemeClr val="dk1"/>
              </a:solidFill>
              <a:effectLst/>
              <a:uFillTx/>
              <a:latin typeface="Verdana"/>
            </a:endParaRPr>
          </a:p>
        </p:txBody>
      </p:sp>
      <p:pic>
        <p:nvPicPr>
          <p:cNvPr id="534" name="Picture Placeholder 2"/>
          <p:cNvPicPr/>
          <p:nvPr/>
        </p:nvPicPr>
        <p:blipFill>
          <a:blip r:embed="rId1"/>
          <a:stretch/>
        </p:blipFill>
        <p:spPr>
          <a:xfrm>
            <a:off x="452880" y="978480"/>
            <a:ext cx="2910240" cy="893160"/>
          </a:xfrm>
          <a:prstGeom prst="rect">
            <a:avLst/>
          </a:prstGeom>
          <a:solidFill>
            <a:schemeClr val="bg1">
              <a:lumMod val="95000"/>
            </a:schemeClr>
          </a:solidFill>
          <a:ln w="0">
            <a:noFill/>
          </a:ln>
        </p:spPr>
      </p:pic>
      <p:pic>
        <p:nvPicPr>
          <p:cNvPr id="535" name="Picture Placeholder 3"/>
          <p:cNvPicPr/>
          <p:nvPr/>
        </p:nvPicPr>
        <p:blipFill>
          <a:blip r:embed="rId2"/>
          <a:stretch/>
        </p:blipFill>
        <p:spPr>
          <a:xfrm>
            <a:off x="452880" y="1998720"/>
            <a:ext cx="2910240" cy="893160"/>
          </a:xfrm>
          <a:prstGeom prst="rect">
            <a:avLst/>
          </a:prstGeom>
          <a:solidFill>
            <a:schemeClr val="bg1">
              <a:lumMod val="95000"/>
            </a:schemeClr>
          </a:solidFill>
          <a:ln w="0">
            <a:noFill/>
          </a:ln>
        </p:spPr>
      </p:pic>
      <p:pic>
        <p:nvPicPr>
          <p:cNvPr id="536" name="Picture Placeholder 4"/>
          <p:cNvPicPr/>
          <p:nvPr/>
        </p:nvPicPr>
        <p:blipFill>
          <a:blip r:embed="rId3"/>
          <a:stretch/>
        </p:blipFill>
        <p:spPr>
          <a:xfrm>
            <a:off x="452880" y="3016800"/>
            <a:ext cx="2910240" cy="893160"/>
          </a:xfrm>
          <a:prstGeom prst="rect">
            <a:avLst/>
          </a:prstGeom>
          <a:solidFill>
            <a:schemeClr val="bg1">
              <a:lumMod val="95000"/>
            </a:schemeClr>
          </a:solidFill>
          <a:ln w="0">
            <a:noFill/>
          </a:ln>
        </p:spPr>
      </p:pic>
      <p:sp>
        <p:nvSpPr>
          <p:cNvPr id="537" name="PlaceHolder 2"/>
          <p:cNvSpPr>
            <a:spLocks noGrp="1"/>
          </p:cNvSpPr>
          <p:nvPr>
            <p:ph/>
          </p:nvPr>
        </p:nvSpPr>
        <p:spPr>
          <a:xfrm>
            <a:off x="3497760" y="4069440"/>
            <a:ext cx="2910240" cy="233964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p:txBody>
      </p:sp>
      <p:pic>
        <p:nvPicPr>
          <p:cNvPr id="538" name="Picture Placeholder 6"/>
          <p:cNvPicPr/>
          <p:nvPr/>
        </p:nvPicPr>
        <p:blipFill>
          <a:blip r:embed="rId4"/>
          <a:stretch/>
        </p:blipFill>
        <p:spPr>
          <a:xfrm>
            <a:off x="3497760" y="978480"/>
            <a:ext cx="2910240" cy="893160"/>
          </a:xfrm>
          <a:prstGeom prst="rect">
            <a:avLst/>
          </a:prstGeom>
          <a:solidFill>
            <a:schemeClr val="bg1">
              <a:lumMod val="95000"/>
            </a:schemeClr>
          </a:solidFill>
          <a:ln w="0">
            <a:noFill/>
          </a:ln>
        </p:spPr>
      </p:pic>
      <p:pic>
        <p:nvPicPr>
          <p:cNvPr id="539" name="Picture Placeholder 7"/>
          <p:cNvPicPr/>
          <p:nvPr/>
        </p:nvPicPr>
        <p:blipFill>
          <a:blip r:embed="rId5"/>
          <a:stretch/>
        </p:blipFill>
        <p:spPr>
          <a:xfrm>
            <a:off x="3497760" y="1998720"/>
            <a:ext cx="2910240" cy="893160"/>
          </a:xfrm>
          <a:prstGeom prst="rect">
            <a:avLst/>
          </a:prstGeom>
          <a:solidFill>
            <a:schemeClr val="bg1">
              <a:lumMod val="95000"/>
            </a:schemeClr>
          </a:solidFill>
          <a:ln w="0">
            <a:noFill/>
          </a:ln>
        </p:spPr>
      </p:pic>
      <p:pic>
        <p:nvPicPr>
          <p:cNvPr id="540" name="Picture Placeholder 8"/>
          <p:cNvPicPr/>
          <p:nvPr/>
        </p:nvPicPr>
        <p:blipFill>
          <a:blip r:embed="rId6"/>
          <a:stretch/>
        </p:blipFill>
        <p:spPr>
          <a:xfrm>
            <a:off x="3497760" y="3016800"/>
            <a:ext cx="2910240" cy="893160"/>
          </a:xfrm>
          <a:prstGeom prst="rect">
            <a:avLst/>
          </a:prstGeom>
          <a:solidFill>
            <a:schemeClr val="bg1">
              <a:lumMod val="95000"/>
            </a:schemeClr>
          </a:solidFill>
          <a:ln w="0">
            <a:noFill/>
          </a:ln>
        </p:spPr>
      </p:pic>
      <p:sp>
        <p:nvSpPr>
          <p:cNvPr id="541" name="PlaceHolder 3"/>
          <p:cNvSpPr>
            <a:spLocks noGrp="1"/>
          </p:cNvSpPr>
          <p:nvPr>
            <p:ph/>
          </p:nvPr>
        </p:nvSpPr>
        <p:spPr>
          <a:xfrm>
            <a:off x="6543360" y="4069440"/>
            <a:ext cx="2910240" cy="233964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p:txBody>
      </p:sp>
      <p:pic>
        <p:nvPicPr>
          <p:cNvPr id="542" name="Picture Placeholder 10"/>
          <p:cNvPicPr/>
          <p:nvPr/>
        </p:nvPicPr>
        <p:blipFill>
          <a:blip r:embed="rId7"/>
          <a:stretch/>
        </p:blipFill>
        <p:spPr>
          <a:xfrm>
            <a:off x="6543360" y="978480"/>
            <a:ext cx="2910240" cy="893160"/>
          </a:xfrm>
          <a:prstGeom prst="rect">
            <a:avLst/>
          </a:prstGeom>
          <a:solidFill>
            <a:schemeClr val="bg1">
              <a:lumMod val="95000"/>
            </a:schemeClr>
          </a:solidFill>
          <a:ln w="0">
            <a:noFill/>
          </a:ln>
        </p:spPr>
      </p:pic>
      <p:pic>
        <p:nvPicPr>
          <p:cNvPr id="543" name="Picture Placeholder 11"/>
          <p:cNvPicPr/>
          <p:nvPr/>
        </p:nvPicPr>
        <p:blipFill>
          <a:blip r:embed="rId8"/>
          <a:stretch/>
        </p:blipFill>
        <p:spPr>
          <a:xfrm>
            <a:off x="6543360" y="1998720"/>
            <a:ext cx="2910240" cy="893160"/>
          </a:xfrm>
          <a:prstGeom prst="rect">
            <a:avLst/>
          </a:prstGeom>
          <a:solidFill>
            <a:schemeClr val="bg1">
              <a:lumMod val="95000"/>
            </a:schemeClr>
          </a:solidFill>
          <a:ln w="0">
            <a:noFill/>
          </a:ln>
        </p:spPr>
      </p:pic>
      <p:pic>
        <p:nvPicPr>
          <p:cNvPr id="544" name="Picture Placeholder 12"/>
          <p:cNvPicPr/>
          <p:nvPr/>
        </p:nvPicPr>
        <p:blipFill>
          <a:blip r:embed="rId9"/>
          <a:stretch/>
        </p:blipFill>
        <p:spPr>
          <a:xfrm>
            <a:off x="6543360" y="3016800"/>
            <a:ext cx="2910240" cy="893160"/>
          </a:xfrm>
          <a:prstGeom prst="rect">
            <a:avLst/>
          </a:prstGeom>
          <a:solidFill>
            <a:schemeClr val="bg1">
              <a:lumMod val="95000"/>
            </a:schemeClr>
          </a:solidFill>
          <a:ln w="0">
            <a:noFill/>
          </a:ln>
        </p:spPr>
      </p:pic>
      <p:sp>
        <p:nvSpPr>
          <p:cNvPr id="5" name="PlaceHolder 4"/>
          <p:cNvSpPr>
            <a:spLocks noGrp="1"/>
          </p:cNvSpPr>
          <p:nvPr>
            <p:ph type="sldNum" idx="46"/>
          </p:nvPr>
        </p:nvSpPr>
        <p:spPr/>
        <p:txBody>
          <a:bodyPr/>
          <a:p>
            <a:fld id="{91994FDB-5803-4221-8F48-BF1B8E607DF7}"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5" name="Picture Placeholder 1"/>
          <p:cNvPicPr/>
          <p:nvPr/>
        </p:nvPicPr>
        <p:blipFill>
          <a:blip r:embed="rId1"/>
          <a:stretch/>
        </p:blipFill>
        <p:spPr>
          <a:xfrm>
            <a:off x="452880" y="978480"/>
            <a:ext cx="9001080" cy="2895120"/>
          </a:xfrm>
          <a:prstGeom prst="rect">
            <a:avLst/>
          </a:prstGeom>
          <a:solidFill>
            <a:schemeClr val="bg1">
              <a:lumMod val="95000"/>
            </a:schemeClr>
          </a:solidFill>
          <a:ln w="0">
            <a:noFill/>
          </a:ln>
        </p:spPr>
      </p:pic>
      <p:sp>
        <p:nvSpPr>
          <p:cNvPr id="546" name="PlaceHolder 1"/>
          <p:cNvSpPr>
            <a:spLocks noGrp="1"/>
          </p:cNvSpPr>
          <p:nvPr>
            <p:ph/>
          </p:nvPr>
        </p:nvSpPr>
        <p:spPr>
          <a:xfrm>
            <a:off x="452880" y="4069440"/>
            <a:ext cx="2910240" cy="233964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p:txBody>
      </p:sp>
      <p:sp>
        <p:nvSpPr>
          <p:cNvPr id="547" name="PlaceHolder 2"/>
          <p:cNvSpPr>
            <a:spLocks noGrp="1"/>
          </p:cNvSpPr>
          <p:nvPr>
            <p:ph/>
          </p:nvPr>
        </p:nvSpPr>
        <p:spPr>
          <a:xfrm>
            <a:off x="3497760" y="4069440"/>
            <a:ext cx="2910240" cy="233964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p:txBody>
      </p:sp>
      <p:sp>
        <p:nvSpPr>
          <p:cNvPr id="548" name="PlaceHolder 3"/>
          <p:cNvSpPr>
            <a:spLocks noGrp="1"/>
          </p:cNvSpPr>
          <p:nvPr>
            <p:ph/>
          </p:nvPr>
        </p:nvSpPr>
        <p:spPr>
          <a:xfrm>
            <a:off x="6543360" y="4069440"/>
            <a:ext cx="2910240" cy="233964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p:txBody>
      </p:sp>
      <p:sp>
        <p:nvSpPr>
          <p:cNvPr id="5" name="PlaceHolder 4"/>
          <p:cNvSpPr>
            <a:spLocks noGrp="1"/>
          </p:cNvSpPr>
          <p:nvPr>
            <p:ph type="sldNum" idx="50"/>
          </p:nvPr>
        </p:nvSpPr>
        <p:spPr/>
        <p:txBody>
          <a:bodyPr/>
          <a:p>
            <a:fld id="{46A9FF2F-EB75-4723-B22C-7C7CF94AAF1F}" type="slidenum">
              <a:t>12</a:t>
            </a:fld>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9" name="Picture Placeholder 1"/>
          <p:cNvPicPr/>
          <p:nvPr/>
        </p:nvPicPr>
        <p:blipFill>
          <a:blip r:embed="rId1"/>
          <a:stretch/>
        </p:blipFill>
        <p:spPr>
          <a:xfrm>
            <a:off x="452880" y="3959280"/>
            <a:ext cx="9001080" cy="2450160"/>
          </a:xfrm>
          <a:prstGeom prst="rect">
            <a:avLst/>
          </a:prstGeom>
          <a:solidFill>
            <a:schemeClr val="bg1">
              <a:lumMod val="95000"/>
            </a:schemeClr>
          </a:solidFill>
          <a:ln w="0">
            <a:noFill/>
          </a:ln>
        </p:spPr>
      </p:pic>
      <p:sp>
        <p:nvSpPr>
          <p:cNvPr id="550" name="PlaceHolder 1"/>
          <p:cNvSpPr>
            <a:spLocks noGrp="1"/>
          </p:cNvSpPr>
          <p:nvPr>
            <p:ph/>
          </p:nvPr>
        </p:nvSpPr>
        <p:spPr>
          <a:xfrm>
            <a:off x="452880" y="1376640"/>
            <a:ext cx="2910240" cy="245016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p:txBody>
      </p:sp>
      <p:sp>
        <p:nvSpPr>
          <p:cNvPr id="551" name="PlaceHolder 2"/>
          <p:cNvSpPr>
            <a:spLocks noGrp="1"/>
          </p:cNvSpPr>
          <p:nvPr>
            <p:ph/>
          </p:nvPr>
        </p:nvSpPr>
        <p:spPr>
          <a:xfrm>
            <a:off x="3497760" y="1376640"/>
            <a:ext cx="2910240" cy="245016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l" defTabSz="914400">
              <a:lnSpc>
                <a:spcPct val="100000"/>
              </a:lnSpc>
              <a:buNone/>
              <a:tabLst>
                <a:tab pos="0" algn="l"/>
              </a:tabLst>
            </a:pPr>
            <a:endParaRPr lang="en-US" sz="900" b="0" u="none" strike="noStrike">
              <a:solidFill>
                <a:schemeClr val="dk1"/>
              </a:solidFill>
              <a:effectLst/>
              <a:uFillTx/>
              <a:latin typeface="Verdana"/>
            </a:endParaRPr>
          </a:p>
        </p:txBody>
      </p:sp>
      <p:sp>
        <p:nvSpPr>
          <p:cNvPr id="552" name="PlaceHolder 3"/>
          <p:cNvSpPr>
            <a:spLocks noGrp="1"/>
          </p:cNvSpPr>
          <p:nvPr>
            <p:ph/>
          </p:nvPr>
        </p:nvSpPr>
        <p:spPr>
          <a:xfrm>
            <a:off x="6543360" y="1376640"/>
            <a:ext cx="2910240" cy="245016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l" defTabSz="914400">
              <a:lnSpc>
                <a:spcPct val="100000"/>
              </a:lnSpc>
              <a:buNone/>
              <a:tabLst>
                <a:tab pos="0" algn="l"/>
              </a:tabLst>
            </a:pPr>
            <a:endParaRPr lang="en-US" sz="900" b="0" u="none" strike="noStrike">
              <a:solidFill>
                <a:schemeClr val="dk1"/>
              </a:solidFill>
              <a:effectLst/>
              <a:uFillTx/>
              <a:latin typeface="Verdana"/>
            </a:endParaRPr>
          </a:p>
        </p:txBody>
      </p:sp>
      <p:sp>
        <p:nvSpPr>
          <p:cNvPr id="5" name="PlaceHolder 4"/>
          <p:cNvSpPr>
            <a:spLocks noGrp="1"/>
          </p:cNvSpPr>
          <p:nvPr>
            <p:ph type="sldNum" idx="52"/>
          </p:nvPr>
        </p:nvSpPr>
        <p:spPr/>
        <p:txBody>
          <a:bodyPr/>
          <a:p>
            <a:fld id="{BD8B7697-2F1E-4EC1-BB9D-8FF91E5D31C7}"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Num" idx="56"/>
          </p:nvPr>
        </p:nvSpPr>
        <p:spPr/>
        <p:txBody>
          <a:bodyPr/>
          <a:p>
            <a:fld id="{EEFDF516-3500-41B2-AC09-562AEACDDF4B}" type="slidenum">
              <a:t>14</a:t>
            </a:fld>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3" name="PlaceHolder 1"/>
          <p:cNvSpPr>
            <a:spLocks noGrp="1"/>
          </p:cNvSpPr>
          <p:nvPr>
            <p:ph/>
          </p:nvPr>
        </p:nvSpPr>
        <p:spPr>
          <a:xfrm>
            <a:off x="452880" y="4697640"/>
            <a:ext cx="4435920" cy="171252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l" defTabSz="914400">
              <a:lnSpc>
                <a:spcPct val="100000"/>
              </a:lnSpc>
              <a:buNone/>
              <a:tabLst>
                <a:tab pos="0" algn="l"/>
              </a:tabLst>
            </a:pPr>
            <a:endParaRPr lang="en-US" sz="900" b="0" u="none" strike="noStrike">
              <a:solidFill>
                <a:srgbClr val="000000"/>
              </a:solidFill>
              <a:effectLst/>
              <a:uFillTx/>
              <a:latin typeface="Verdana"/>
            </a:endParaRPr>
          </a:p>
        </p:txBody>
      </p:sp>
      <p:sp>
        <p:nvSpPr>
          <p:cNvPr id="554" name="PlaceHolder 2"/>
          <p:cNvSpPr>
            <a:spLocks noGrp="1"/>
          </p:cNvSpPr>
          <p:nvPr>
            <p:ph/>
          </p:nvPr>
        </p:nvSpPr>
        <p:spPr>
          <a:xfrm>
            <a:off x="5017680" y="4697640"/>
            <a:ext cx="4435920" cy="1712520"/>
          </a:xfrm>
          <a:prstGeom prst="rect">
            <a:avLst/>
          </a:prstGeom>
          <a:noFill/>
          <a:ln w="0">
            <a:noFill/>
          </a:ln>
        </p:spPr>
        <p:txBody>
          <a:bodyPr lIns="0" tIns="0" rIns="0" bIns="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l" defTabSz="914400">
              <a:lnSpc>
                <a:spcPct val="100000"/>
              </a:lnSpc>
              <a:buNone/>
              <a:tabLst>
                <a:tab pos="0" algn="l"/>
              </a:tabLst>
            </a:pPr>
            <a:endParaRPr lang="en-US" sz="900" b="0" u="none" strike="noStrike">
              <a:solidFill>
                <a:srgbClr val="000000"/>
              </a:solidFill>
              <a:effectLst/>
              <a:uFillTx/>
              <a:latin typeface="Verdana"/>
            </a:endParaRPr>
          </a:p>
        </p:txBody>
      </p:sp>
      <p:pic>
        <p:nvPicPr>
          <p:cNvPr id="555" name="Picture Placeholder 3"/>
          <p:cNvPicPr/>
          <p:nvPr/>
        </p:nvPicPr>
        <p:blipFill>
          <a:blip r:embed="rId1"/>
          <a:stretch/>
        </p:blipFill>
        <p:spPr>
          <a:xfrm>
            <a:off x="452880" y="975960"/>
            <a:ext cx="9001080" cy="3564000"/>
          </a:xfrm>
          <a:prstGeom prst="rect">
            <a:avLst/>
          </a:prstGeom>
          <a:solidFill>
            <a:schemeClr val="bg1">
              <a:lumMod val="95000"/>
            </a:schemeClr>
          </a:solidFill>
          <a:ln w="0">
            <a:noFill/>
          </a:ln>
        </p:spPr>
      </p:pic>
      <p:sp>
        <p:nvSpPr>
          <p:cNvPr id="4" name="PlaceHolder 3"/>
          <p:cNvSpPr>
            <a:spLocks noGrp="1"/>
          </p:cNvSpPr>
          <p:nvPr>
            <p:ph type="sldNum" idx="58"/>
          </p:nvPr>
        </p:nvSpPr>
        <p:spPr/>
        <p:txBody>
          <a:bodyPr/>
          <a:p>
            <a:fld id="{ED9126F4-2A53-427C-978F-A4D71DEB1C73}"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hasCustomPrompt="1"/>
          </p:nvPr>
        </p:nvSpPr>
        <p:spPr>
          <a:xfrm>
            <a:off x="452880" y="738720"/>
            <a:ext cx="9001080" cy="540000"/>
          </a:xfrm>
          <a:prstGeom prst="rect">
            <a:avLst/>
          </a:prstGeom>
          <a:noFill/>
          <a:ln w="0">
            <a:noFill/>
          </a:ln>
        </p:spPr>
        <p:txBody>
          <a:bodyPr lIns="90000" tIns="45000" rIns="90000" bIns="45000" anchor="ctr">
            <a:noAutofit/>
          </a:bodyPr>
          <a:p>
            <a:pPr indent="0" algn="l" defTabSz="914400">
              <a:buNone/>
              <a:tabLst>
                <a:tab pos="0" algn="l"/>
              </a:tabLst>
            </a:pPr>
            <a:endParaRPr lang="en-US" sz="2200" b="0" u="none" strike="noStrike">
              <a:solidFill>
                <a:schemeClr val="accent1"/>
              </a:solidFill>
              <a:effectLst/>
              <a:uFillTx/>
              <a:latin typeface="Verdana"/>
            </a:endParaRPr>
          </a:p>
        </p:txBody>
      </p:sp>
      <p:sp>
        <p:nvSpPr>
          <p:cNvPr id="557" name="PlaceHolder 2"/>
          <p:cNvSpPr>
            <a:spLocks noGrp="1"/>
          </p:cNvSpPr>
          <p:nvPr>
            <p:ph/>
          </p:nvPr>
        </p:nvSpPr>
        <p:spPr>
          <a:xfrm>
            <a:off x="452880" y="1803600"/>
            <a:ext cx="9000000" cy="4605480"/>
          </a:xfrm>
          <a:prstGeom prst="rect">
            <a:avLst/>
          </a:prstGeom>
          <a:noFill/>
          <a:ln w="0">
            <a:noFill/>
          </a:ln>
        </p:spPr>
        <p:txBody>
          <a:bodyPr lIns="90000" tIns="45000" rIns="90000" bIns="45000" anchor="t">
            <a:noAutofit/>
          </a:bodyPr>
          <a:p>
            <a:pPr indent="0" algn="just" defTabSz="914400">
              <a:lnSpc>
                <a:spcPct val="100000"/>
              </a:lnSpc>
              <a:buNone/>
              <a:tabLst>
                <a:tab pos="0" algn="l"/>
              </a:tabLst>
            </a:pPr>
            <a:r>
              <a:rPr lang="en-AE" sz="900" b="0" strike="noStrike">
                <a:effectLst/>
                <a:uFillTx/>
                <a:latin typeface="Verdana"/>
                <a:ea typeface="Verdana"/>
                <a:cs typeface="Verdana"/>
                <a:solidFill>
                  <a:srgbClr val="343741"/>
                </a:solidFill>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endParaRPr lang="en-US" sz="900" b="0" strike="noStrike">
              <a:effectLst/>
              <a:uFillTx/>
              <a:latin typeface="Verdana"/>
              <a:ea typeface="Verdana"/>
              <a:cs typeface="Verdana"/>
              <a:solidFill>
                <a:srgbClr val="343741"/>
              </a:solidFill>
            </a:endParaRPr>
          </a:p>
          <a:p>
            <a:pPr indent="0" algn="just" defTabSz="914400">
              <a:lnSpc>
                <a:spcPct val="100000"/>
              </a:lnSpc>
              <a:buNone/>
              <a:tabLst>
                <a:tab pos="0" algn="l"/>
              </a:tabLst>
            </a:pPr>
            <a:r>
              <a:rPr lang="en-AE" sz="97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70" b="0" u="none" strike="noStrike">
              <a:solidFill>
                <a:schemeClr val="accent2"/>
              </a:solidFill>
              <a:effectLst/>
              <a:uFillTx/>
              <a:latin typeface="Verdana"/>
            </a:endParaRPr>
          </a:p>
          <a:p>
            <a:pPr indent="0" algn="just" defTabSz="914400">
              <a:lnSpc>
                <a:spcPct val="100000"/>
              </a:lnSpc>
              <a:buNone/>
              <a:tabLst>
                <a:tab pos="0" algn="l"/>
              </a:tabLst>
            </a:pPr>
            <a:endParaRPr lang="en-US" sz="970" b="0" u="none" strike="noStrike">
              <a:solidFill>
                <a:schemeClr val="accent2"/>
              </a:solidFill>
              <a:effectLst/>
              <a:uFillTx/>
              <a:latin typeface="Verdana"/>
            </a:endParaRPr>
          </a:p>
          <a:p>
            <a:pPr indent="0" algn="just" defTabSz="914400">
              <a:lnSpc>
                <a:spcPct val="100000"/>
              </a:lnSpc>
              <a:buNone/>
              <a:tabLst>
                <a:tab pos="0" algn="l"/>
              </a:tabLst>
            </a:pPr>
            <a:r>
              <a:rPr lang="en-AE" sz="97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70" b="0" u="none" strike="noStrike">
              <a:solidFill>
                <a:schemeClr val="accent2"/>
              </a:solidFill>
              <a:effectLst/>
              <a:uFillTx/>
              <a:latin typeface="Verdana"/>
            </a:endParaRPr>
          </a:p>
          <a:p>
            <a:pPr indent="0" algn="just" defTabSz="914400">
              <a:lnSpc>
                <a:spcPct val="100000"/>
              </a:lnSpc>
              <a:buNone/>
              <a:tabLst>
                <a:tab pos="0" algn="l"/>
              </a:tabLst>
            </a:pPr>
            <a:endParaRPr lang="en-US" sz="970" b="0" u="none" strike="noStrike">
              <a:solidFill>
                <a:schemeClr val="accent2"/>
              </a:solidFill>
              <a:effectLst/>
              <a:uFillTx/>
              <a:latin typeface="Verdana"/>
            </a:endParaRPr>
          </a:p>
          <a:p>
            <a:pPr indent="0" algn="just" defTabSz="914400">
              <a:lnSpc>
                <a:spcPct val="100000"/>
              </a:lnSpc>
              <a:buNone/>
              <a:tabLst>
                <a:tab pos="0" algn="l"/>
              </a:tabLst>
            </a:pPr>
            <a:r>
              <a:rPr lang="en-AE" sz="97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70" b="0" u="none" strike="noStrike">
              <a:solidFill>
                <a:schemeClr val="accent2"/>
              </a:solidFill>
              <a:effectLst/>
              <a:uFillTx/>
              <a:latin typeface="Verdana"/>
            </a:endParaRPr>
          </a:p>
          <a:p>
            <a:pPr indent="0" algn="just" defTabSz="914400">
              <a:lnSpc>
                <a:spcPct val="100000"/>
              </a:lnSpc>
              <a:buNone/>
              <a:tabLst>
                <a:tab pos="0" algn="l"/>
              </a:tabLst>
            </a:pPr>
            <a:r>
              <a:rPr lang="en-AE" sz="970" b="0" u="none" strike="noStrike">
                <a:solidFill>
                  <a:schemeClr val="accent2"/>
                </a:solidFill>
                <a:effectLst/>
                <a:uFillTx/>
                <a:latin typeface="Verdana"/>
                <a:ea typeface="Verdana"/>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70" b="0" u="none" strike="noStrike">
              <a:solidFill>
                <a:schemeClr val="accent2"/>
              </a:solidFill>
              <a:effectLst/>
              <a:uFillTx/>
              <a:latin typeface="Verdana"/>
            </a:endParaRPr>
          </a:p>
          <a:p>
            <a:pPr indent="0" algn="just" defTabSz="914400">
              <a:lnSpc>
                <a:spcPct val="100000"/>
              </a:lnSpc>
              <a:buNone/>
              <a:tabLst>
                <a:tab pos="0" algn="l"/>
              </a:tabLst>
            </a:pPr>
            <a:endParaRPr lang="en-US" sz="970" b="0" u="none" strike="noStrike">
              <a:solidFill>
                <a:schemeClr val="accent2"/>
              </a:solidFill>
              <a:effectLst/>
              <a:uFillTx/>
              <a:latin typeface="Verdana"/>
            </a:endParaRPr>
          </a:p>
        </p:txBody>
      </p:sp>
      <p:sp>
        <p:nvSpPr>
          <p:cNvPr id="4" name="PlaceHolder 3"/>
          <p:cNvSpPr>
            <a:spLocks noGrp="1"/>
          </p:cNvSpPr>
          <p:nvPr>
            <p:ph type="sldNum" idx="62"/>
          </p:nvPr>
        </p:nvSpPr>
        <p:spPr/>
        <p:txBody>
          <a:bodyPr/>
          <a:p>
            <a:fld id="{1753C20A-6ED9-412D-9B81-FDBFCE3651A1}" type="slidenum">
              <a:t>16</a:t>
            </a:fld>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AESG">
  <a:themeElements>
    <a:clrScheme name="AESG Colours">
      <a:dk1>
        <a:srgbClr val="000000"/>
      </a:dk1>
      <a:lt1>
        <a:srgbClr val="FFFFFF"/>
      </a:lt1>
      <a:dk2>
        <a:srgbClr val="0E2841"/>
      </a:dk2>
      <a:lt2>
        <a:srgbClr val="E8E8E8"/>
      </a:lt2>
      <a:accent1>
        <a:srgbClr val="008C95"/>
      </a:accent1>
      <a:accent2>
        <a:srgbClr val="343741"/>
      </a:accent2>
      <a:accent3>
        <a:srgbClr val="6D2077"/>
      </a:accent3>
      <a:accent4>
        <a:srgbClr val="FFC72C"/>
      </a:accent4>
      <a:accent5>
        <a:srgbClr val="DA291C"/>
      </a:accent5>
      <a:accent6>
        <a:srgbClr val="000000"/>
      </a:accent6>
      <a:hlink>
        <a:srgbClr val="467886"/>
      </a:hlink>
      <a:folHlink>
        <a:srgbClr val="96607D"/>
      </a:folHlink>
    </a:clrScheme>
    <a:fontScheme name="Office">
      <a:majorFont>
        <a:latin typeface="Verdana" pitchFamily="0" charset="1"/>
        <a:ea typeface="Verdana"/>
        <a:cs typeface="Verdana"/>
      </a:majorFont>
      <a:minorFont>
        <a:latin typeface="Verdana" pitchFamily="0" charset="1"/>
        <a:ea typeface="Verdana"/>
        <a:cs typeface="Verdan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266</TotalTime>
  <Application>LibreOffice/26.2.2.2$MacOSX_AARCH64 LibreOffice_project/1f77d10d6938fd34972958f64b2bcfa54f8b1ba5</Application>
  <AppVersion>15.0000</AppVersion>
  <Words>4172</Words>
  <Paragraphs>116</Paragraphs>
</Properties>
</file>

<file path=docProps/core.xml><?xml version="1.0" encoding="utf-8"?>
<cp:coreProperties xmlns:cp="http://schemas.openxmlformats.org/package/2006/metadata/core-properties" xmlns:dc="http://purl.org/dc/elements/1.1/">
  <dc:creator>AESG</dc:creator>
  <dc:description/>
  <dc:language>en-AE</dc:language>
  <cp:lastModifiedBy>AESG</cp:lastModifiedBy>
  <cp:revision>19</cp:revision>
  <dc:subject>AESG Compact General Template</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A4 Paper (210x297 mm)</vt:lpwstr>
  </property>
  <property fmtid="{D5CDD505-2E9C-101B-9397-08002B2CF9AE}" pid="3" name="Slides">
    <vt:r8>17</vt:r8>
  </property>
</Properties>
</file>