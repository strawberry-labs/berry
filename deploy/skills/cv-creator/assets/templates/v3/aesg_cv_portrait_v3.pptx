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67" r:id="rId2"/>
    <p:sldId id="268" r:id="rId3"/>
    <p:sldId id="271" r:id="rId4"/>
    <p:sldId id="272" r:id="rId5"/>
  </p:sldIdLst>
  <p:sldSz cx="6858000" cy="9906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32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ESG" userId="1195676b0870cdb9" providerId="LiveId" clId="{ECC9F8DD-0A88-4CB7-90F7-039AB83C2BCA}"/>
    <pc:docChg chg="undo custSel delSld modSld modMainMaster">
      <pc:chgData name="AESG" userId="1195676b0870cdb9" providerId="LiveId" clId="{ECC9F8DD-0A88-4CB7-90F7-039AB83C2BCA}" dt="2026-07-09T05:08:25.486" v="52" actId="207"/>
      <pc:docMkLst>
        <pc:docMk/>
      </pc:docMkLst>
      <pc:sldChg chg="del">
        <pc:chgData name="AESG" userId="1195676b0870cdb9" providerId="LiveId" clId="{ECC9F8DD-0A88-4CB7-90F7-039AB83C2BCA}" dt="2026-07-08T15:38:10.744" v="0" actId="47"/>
        <pc:sldMkLst>
          <pc:docMk/>
          <pc:sldMk cId="989855211" sldId="263"/>
        </pc:sldMkLst>
      </pc:sldChg>
      <pc:sldChg chg="del">
        <pc:chgData name="AESG" userId="1195676b0870cdb9" providerId="LiveId" clId="{ECC9F8DD-0A88-4CB7-90F7-039AB83C2BCA}" dt="2026-07-08T15:38:10.744" v="0" actId="47"/>
        <pc:sldMkLst>
          <pc:docMk/>
          <pc:sldMk cId="2042407847" sldId="264"/>
        </pc:sldMkLst>
      </pc:sldChg>
      <pc:sldChg chg="del">
        <pc:chgData name="AESG" userId="1195676b0870cdb9" providerId="LiveId" clId="{ECC9F8DD-0A88-4CB7-90F7-039AB83C2BCA}" dt="2026-07-08T15:38:22.065" v="2" actId="47"/>
        <pc:sldMkLst>
          <pc:docMk/>
          <pc:sldMk cId="2628973098" sldId="265"/>
        </pc:sldMkLst>
      </pc:sldChg>
      <pc:sldChg chg="del">
        <pc:chgData name="AESG" userId="1195676b0870cdb9" providerId="LiveId" clId="{ECC9F8DD-0A88-4CB7-90F7-039AB83C2BCA}" dt="2026-07-08T15:38:41.884" v="3" actId="47"/>
        <pc:sldMkLst>
          <pc:docMk/>
          <pc:sldMk cId="4104283735" sldId="266"/>
        </pc:sldMkLst>
      </pc:sldChg>
      <pc:sldChg chg="delSp modSp mod">
        <pc:chgData name="AESG" userId="1195676b0870cdb9" providerId="LiveId" clId="{ECC9F8DD-0A88-4CB7-90F7-039AB83C2BCA}" dt="2026-07-09T04:27:30.712" v="27" actId="207"/>
        <pc:sldMkLst>
          <pc:docMk/>
          <pc:sldMk cId="2946414989" sldId="267"/>
        </pc:sldMkLst>
        <pc:spChg chg="mod">
          <ac:chgData name="AESG" userId="1195676b0870cdb9" providerId="LiveId" clId="{ECC9F8DD-0A88-4CB7-90F7-039AB83C2BCA}" dt="2026-07-09T04:26:54.323" v="18" actId="207"/>
          <ac:spMkLst>
            <pc:docMk/>
            <pc:sldMk cId="2946414989" sldId="267"/>
            <ac:spMk id="13" creationId="{22422E64-D7D9-A234-5238-C11B454C8E99}"/>
          </ac:spMkLst>
        </pc:spChg>
        <pc:spChg chg="mod">
          <ac:chgData name="AESG" userId="1195676b0870cdb9" providerId="LiveId" clId="{ECC9F8DD-0A88-4CB7-90F7-039AB83C2BCA}" dt="2026-07-09T04:26:58.902" v="19" actId="207"/>
          <ac:spMkLst>
            <pc:docMk/>
            <pc:sldMk cId="2946414989" sldId="267"/>
            <ac:spMk id="15" creationId="{28062F8D-C0E4-8F3A-60FF-4F0000A7EFB9}"/>
          </ac:spMkLst>
        </pc:spChg>
        <pc:spChg chg="mod">
          <ac:chgData name="AESG" userId="1195676b0870cdb9" providerId="LiveId" clId="{ECC9F8DD-0A88-4CB7-90F7-039AB83C2BCA}" dt="2026-07-09T04:27:02.133" v="20" actId="207"/>
          <ac:spMkLst>
            <pc:docMk/>
            <pc:sldMk cId="2946414989" sldId="267"/>
            <ac:spMk id="16" creationId="{DB082DE1-C5AD-A61A-5C2C-599F0CBA2E26}"/>
          </ac:spMkLst>
        </pc:spChg>
        <pc:spChg chg="mod">
          <ac:chgData name="AESG" userId="1195676b0870cdb9" providerId="LiveId" clId="{ECC9F8DD-0A88-4CB7-90F7-039AB83C2BCA}" dt="2026-07-09T04:27:22.412" v="25" actId="207"/>
          <ac:spMkLst>
            <pc:docMk/>
            <pc:sldMk cId="2946414989" sldId="267"/>
            <ac:spMk id="17" creationId="{97DE3EF8-8AB2-A412-147E-671CF9EC4252}"/>
          </ac:spMkLst>
        </pc:spChg>
        <pc:spChg chg="mod">
          <ac:chgData name="AESG" userId="1195676b0870cdb9" providerId="LiveId" clId="{ECC9F8DD-0A88-4CB7-90F7-039AB83C2BCA}" dt="2026-07-09T04:27:27.621" v="26" actId="207"/>
          <ac:spMkLst>
            <pc:docMk/>
            <pc:sldMk cId="2946414989" sldId="267"/>
            <ac:spMk id="18" creationId="{85C58F99-376A-E193-ADF6-4DD589B96D98}"/>
          </ac:spMkLst>
        </pc:spChg>
        <pc:spChg chg="mod">
          <ac:chgData name="AESG" userId="1195676b0870cdb9" providerId="LiveId" clId="{ECC9F8DD-0A88-4CB7-90F7-039AB83C2BCA}" dt="2026-07-09T04:27:30.712" v="27" actId="207"/>
          <ac:spMkLst>
            <pc:docMk/>
            <pc:sldMk cId="2946414989" sldId="267"/>
            <ac:spMk id="19" creationId="{BC52D7BB-444C-9134-86F1-B875A6188F8A}"/>
          </ac:spMkLst>
        </pc:spChg>
        <pc:spChg chg="del">
          <ac:chgData name="AESG" userId="1195676b0870cdb9" providerId="LiveId" clId="{ECC9F8DD-0A88-4CB7-90F7-039AB83C2BCA}" dt="2026-07-08T15:38:19.459" v="1" actId="478"/>
          <ac:spMkLst>
            <pc:docMk/>
            <pc:sldMk cId="2946414989" sldId="267"/>
            <ac:spMk id="23" creationId="{B4F3F6A2-E216-3ED1-4199-CEF373DD53FA}"/>
          </ac:spMkLst>
        </pc:spChg>
      </pc:sldChg>
      <pc:sldChg chg="modSp mod">
        <pc:chgData name="AESG" userId="1195676b0870cdb9" providerId="LiveId" clId="{ECC9F8DD-0A88-4CB7-90F7-039AB83C2BCA}" dt="2026-07-09T04:28:01.996" v="34" actId="207"/>
        <pc:sldMkLst>
          <pc:docMk/>
          <pc:sldMk cId="2137301043" sldId="268"/>
        </pc:sldMkLst>
        <pc:spChg chg="mod">
          <ac:chgData name="AESG" userId="1195676b0870cdb9" providerId="LiveId" clId="{ECC9F8DD-0A88-4CB7-90F7-039AB83C2BCA}" dt="2026-07-09T04:27:37.200" v="28" actId="207"/>
          <ac:spMkLst>
            <pc:docMk/>
            <pc:sldMk cId="2137301043" sldId="268"/>
            <ac:spMk id="8" creationId="{E9BFF12E-A4E2-7572-94F6-4B650398DEF2}"/>
          </ac:spMkLst>
        </pc:spChg>
        <pc:spChg chg="mod">
          <ac:chgData name="AESG" userId="1195676b0870cdb9" providerId="LiveId" clId="{ECC9F8DD-0A88-4CB7-90F7-039AB83C2BCA}" dt="2026-07-09T04:27:43.890" v="30" actId="207"/>
          <ac:spMkLst>
            <pc:docMk/>
            <pc:sldMk cId="2137301043" sldId="268"/>
            <ac:spMk id="9" creationId="{0519ECFD-A510-3B0D-22C6-A9564236DB00}"/>
          </ac:spMkLst>
        </pc:spChg>
        <pc:spChg chg="mod">
          <ac:chgData name="AESG" userId="1195676b0870cdb9" providerId="LiveId" clId="{ECC9F8DD-0A88-4CB7-90F7-039AB83C2BCA}" dt="2026-07-09T04:27:48.339" v="31" actId="207"/>
          <ac:spMkLst>
            <pc:docMk/>
            <pc:sldMk cId="2137301043" sldId="268"/>
            <ac:spMk id="10" creationId="{5AE5FE44-C48A-2B1F-1AEB-C188818B75EB}"/>
          </ac:spMkLst>
        </pc:spChg>
        <pc:spChg chg="mod">
          <ac:chgData name="AESG" userId="1195676b0870cdb9" providerId="LiveId" clId="{ECC9F8DD-0A88-4CB7-90F7-039AB83C2BCA}" dt="2026-07-09T04:27:53.013" v="32" actId="207"/>
          <ac:spMkLst>
            <pc:docMk/>
            <pc:sldMk cId="2137301043" sldId="268"/>
            <ac:spMk id="11" creationId="{F0C4C423-BB64-240F-C33B-78A13C63ED0F}"/>
          </ac:spMkLst>
        </pc:spChg>
        <pc:spChg chg="mod">
          <ac:chgData name="AESG" userId="1195676b0870cdb9" providerId="LiveId" clId="{ECC9F8DD-0A88-4CB7-90F7-039AB83C2BCA}" dt="2026-07-09T04:27:58.067" v="33" actId="207"/>
          <ac:spMkLst>
            <pc:docMk/>
            <pc:sldMk cId="2137301043" sldId="268"/>
            <ac:spMk id="12" creationId="{869814EF-6D74-2805-7AF2-14094F8CA1E0}"/>
          </ac:spMkLst>
        </pc:spChg>
        <pc:spChg chg="mod">
          <ac:chgData name="AESG" userId="1195676b0870cdb9" providerId="LiveId" clId="{ECC9F8DD-0A88-4CB7-90F7-039AB83C2BCA}" dt="2026-07-09T04:28:01.996" v="34" actId="207"/>
          <ac:spMkLst>
            <pc:docMk/>
            <pc:sldMk cId="2137301043" sldId="268"/>
            <ac:spMk id="13" creationId="{7F7EDE8C-E700-FC65-31E5-D57AF004B825}"/>
          </ac:spMkLst>
        </pc:spChg>
      </pc:sldChg>
      <pc:sldChg chg="del">
        <pc:chgData name="AESG" userId="1195676b0870cdb9" providerId="LiveId" clId="{ECC9F8DD-0A88-4CB7-90F7-039AB83C2BCA}" dt="2026-07-08T15:38:10.744" v="0" actId="47"/>
        <pc:sldMkLst>
          <pc:docMk/>
          <pc:sldMk cId="932665026" sldId="269"/>
        </pc:sldMkLst>
      </pc:sldChg>
      <pc:sldChg chg="modSp mod">
        <pc:chgData name="AESG" userId="1195676b0870cdb9" providerId="LiveId" clId="{ECC9F8DD-0A88-4CB7-90F7-039AB83C2BCA}" dt="2026-07-09T05:08:25.486" v="52" actId="207"/>
        <pc:sldMkLst>
          <pc:docMk/>
          <pc:sldMk cId="2959241656" sldId="271"/>
        </pc:sldMkLst>
        <pc:spChg chg="mod">
          <ac:chgData name="AESG" userId="1195676b0870cdb9" providerId="LiveId" clId="{ECC9F8DD-0A88-4CB7-90F7-039AB83C2BCA}" dt="2026-07-09T04:28:10.440" v="35" actId="207"/>
          <ac:spMkLst>
            <pc:docMk/>
            <pc:sldMk cId="2959241656" sldId="271"/>
            <ac:spMk id="13" creationId="{046429EB-FBB7-EFDE-CFCC-5854329787EB}"/>
          </ac:spMkLst>
        </pc:spChg>
        <pc:spChg chg="mod">
          <ac:chgData name="AESG" userId="1195676b0870cdb9" providerId="LiveId" clId="{ECC9F8DD-0A88-4CB7-90F7-039AB83C2BCA}" dt="2026-07-09T05:08:25.486" v="52" actId="207"/>
          <ac:spMkLst>
            <pc:docMk/>
            <pc:sldMk cId="2959241656" sldId="271"/>
            <ac:spMk id="14" creationId="{334A8306-AFC4-712A-5365-3AF47B59E4B9}"/>
          </ac:spMkLst>
        </pc:spChg>
        <pc:spChg chg="mod">
          <ac:chgData name="AESG" userId="1195676b0870cdb9" providerId="LiveId" clId="{ECC9F8DD-0A88-4CB7-90F7-039AB83C2BCA}" dt="2026-07-09T04:28:14.038" v="36" actId="207"/>
          <ac:spMkLst>
            <pc:docMk/>
            <pc:sldMk cId="2959241656" sldId="271"/>
            <ac:spMk id="15" creationId="{2D6B8EA1-349E-08E5-A2CB-2D73CDFDE1D7}"/>
          </ac:spMkLst>
        </pc:spChg>
        <pc:spChg chg="mod">
          <ac:chgData name="AESG" userId="1195676b0870cdb9" providerId="LiveId" clId="{ECC9F8DD-0A88-4CB7-90F7-039AB83C2BCA}" dt="2026-07-09T04:28:17.080" v="37" actId="207"/>
          <ac:spMkLst>
            <pc:docMk/>
            <pc:sldMk cId="2959241656" sldId="271"/>
            <ac:spMk id="16" creationId="{CBCB5345-E918-AE32-C8E8-8056447BD77F}"/>
          </ac:spMkLst>
        </pc:spChg>
        <pc:spChg chg="mod">
          <ac:chgData name="AESG" userId="1195676b0870cdb9" providerId="LiveId" clId="{ECC9F8DD-0A88-4CB7-90F7-039AB83C2BCA}" dt="2026-07-09T04:28:37.405" v="41" actId="207"/>
          <ac:spMkLst>
            <pc:docMk/>
            <pc:sldMk cId="2959241656" sldId="271"/>
            <ac:spMk id="17" creationId="{3A4034BC-08A1-17D0-D56A-57B3DB46A47F}"/>
          </ac:spMkLst>
        </pc:spChg>
        <pc:spChg chg="mod">
          <ac:chgData name="AESG" userId="1195676b0870cdb9" providerId="LiveId" clId="{ECC9F8DD-0A88-4CB7-90F7-039AB83C2BCA}" dt="2026-07-09T04:28:27.612" v="39" actId="207"/>
          <ac:spMkLst>
            <pc:docMk/>
            <pc:sldMk cId="2959241656" sldId="271"/>
            <ac:spMk id="18" creationId="{BA5ABB14-DAAA-3861-0D10-04DEC8F2A47F}"/>
          </ac:spMkLst>
        </pc:spChg>
        <pc:spChg chg="mod">
          <ac:chgData name="AESG" userId="1195676b0870cdb9" providerId="LiveId" clId="{ECC9F8DD-0A88-4CB7-90F7-039AB83C2BCA}" dt="2026-07-09T04:28:20.449" v="38" actId="207"/>
          <ac:spMkLst>
            <pc:docMk/>
            <pc:sldMk cId="2959241656" sldId="271"/>
            <ac:spMk id="19" creationId="{E59F461A-A68F-46F4-2FA2-302B1393070C}"/>
          </ac:spMkLst>
        </pc:spChg>
      </pc:sldChg>
      <pc:sldChg chg="modSp mod">
        <pc:chgData name="AESG" userId="1195676b0870cdb9" providerId="LiveId" clId="{ECC9F8DD-0A88-4CB7-90F7-039AB83C2BCA}" dt="2026-07-09T04:29:09.735" v="49" actId="207"/>
        <pc:sldMkLst>
          <pc:docMk/>
          <pc:sldMk cId="1976728126" sldId="272"/>
        </pc:sldMkLst>
        <pc:spChg chg="mod">
          <ac:chgData name="AESG" userId="1195676b0870cdb9" providerId="LiveId" clId="{ECC9F8DD-0A88-4CB7-90F7-039AB83C2BCA}" dt="2026-07-09T04:28:48.919" v="44" actId="207"/>
          <ac:spMkLst>
            <pc:docMk/>
            <pc:sldMk cId="1976728126" sldId="272"/>
            <ac:spMk id="11" creationId="{577E4365-1969-33C1-395A-467F671D9174}"/>
          </ac:spMkLst>
        </pc:spChg>
        <pc:spChg chg="mod">
          <ac:chgData name="AESG" userId="1195676b0870cdb9" providerId="LiveId" clId="{ECC9F8DD-0A88-4CB7-90F7-039AB83C2BCA}" dt="2026-07-09T04:28:52.526" v="45" actId="207"/>
          <ac:spMkLst>
            <pc:docMk/>
            <pc:sldMk cId="1976728126" sldId="272"/>
            <ac:spMk id="12" creationId="{025B3144-E8E0-4B72-D863-05D49115BF46}"/>
          </ac:spMkLst>
        </pc:spChg>
        <pc:spChg chg="mod">
          <ac:chgData name="AESG" userId="1195676b0870cdb9" providerId="LiveId" clId="{ECC9F8DD-0A88-4CB7-90F7-039AB83C2BCA}" dt="2026-07-09T04:28:57.019" v="46" actId="207"/>
          <ac:spMkLst>
            <pc:docMk/>
            <pc:sldMk cId="1976728126" sldId="272"/>
            <ac:spMk id="13" creationId="{5D308043-FC30-4711-90E8-AE029240B2B2}"/>
          </ac:spMkLst>
        </pc:spChg>
        <pc:spChg chg="mod">
          <ac:chgData name="AESG" userId="1195676b0870cdb9" providerId="LiveId" clId="{ECC9F8DD-0A88-4CB7-90F7-039AB83C2BCA}" dt="2026-07-09T04:29:00.968" v="47" actId="207"/>
          <ac:spMkLst>
            <pc:docMk/>
            <pc:sldMk cId="1976728126" sldId="272"/>
            <ac:spMk id="14" creationId="{1801D958-EAFA-E97F-913A-AF9826074929}"/>
          </ac:spMkLst>
        </pc:spChg>
        <pc:spChg chg="mod">
          <ac:chgData name="AESG" userId="1195676b0870cdb9" providerId="LiveId" clId="{ECC9F8DD-0A88-4CB7-90F7-039AB83C2BCA}" dt="2026-07-09T04:29:05.174" v="48" actId="207"/>
          <ac:spMkLst>
            <pc:docMk/>
            <pc:sldMk cId="1976728126" sldId="272"/>
            <ac:spMk id="15" creationId="{12685F21-7BB1-983E-1D93-F2301C561556}"/>
          </ac:spMkLst>
        </pc:spChg>
        <pc:spChg chg="mod">
          <ac:chgData name="AESG" userId="1195676b0870cdb9" providerId="LiveId" clId="{ECC9F8DD-0A88-4CB7-90F7-039AB83C2BCA}" dt="2026-07-09T04:29:09.735" v="49" actId="207"/>
          <ac:spMkLst>
            <pc:docMk/>
            <pc:sldMk cId="1976728126" sldId="272"/>
            <ac:spMk id="16" creationId="{90A486FF-673A-5115-428E-B0971F320E7E}"/>
          </ac:spMkLst>
        </pc:spChg>
      </pc:sldChg>
      <pc:sldMasterChg chg="modSldLayout">
        <pc:chgData name="AESG" userId="1195676b0870cdb9" providerId="LiveId" clId="{ECC9F8DD-0A88-4CB7-90F7-039AB83C2BCA}" dt="2026-07-09T04:26:36.537" v="17" actId="207"/>
        <pc:sldMasterMkLst>
          <pc:docMk/>
          <pc:sldMasterMk cId="2134014981" sldId="2147483660"/>
        </pc:sldMasterMkLst>
        <pc:sldLayoutChg chg="modSp mod">
          <pc:chgData name="AESG" userId="1195676b0870cdb9" providerId="LiveId" clId="{ECC9F8DD-0A88-4CB7-90F7-039AB83C2BCA}" dt="2026-07-09T04:25:26.384" v="10" actId="207"/>
          <pc:sldLayoutMkLst>
            <pc:docMk/>
            <pc:sldMasterMk cId="2134014981" sldId="2147483660"/>
            <pc:sldLayoutMk cId="3201560257" sldId="2147483687"/>
          </pc:sldLayoutMkLst>
          <pc:spChg chg="mod">
            <ac:chgData name="AESG" userId="1195676b0870cdb9" providerId="LiveId" clId="{ECC9F8DD-0A88-4CB7-90F7-039AB83C2BCA}" dt="2026-07-09T04:25:26.384" v="10" actId="207"/>
            <ac:spMkLst>
              <pc:docMk/>
              <pc:sldMasterMk cId="2134014981" sldId="2147483660"/>
              <pc:sldLayoutMk cId="3201560257" sldId="2147483687"/>
              <ac:spMk id="5" creationId="{CEC816B1-8FE7-6306-50BA-AA2318397320}"/>
            </ac:spMkLst>
          </pc:spChg>
          <pc:spChg chg="mod">
            <ac:chgData name="AESG" userId="1195676b0870cdb9" providerId="LiveId" clId="{ECC9F8DD-0A88-4CB7-90F7-039AB83C2BCA}" dt="2026-07-09T04:25:26.384" v="10" actId="207"/>
            <ac:spMkLst>
              <pc:docMk/>
              <pc:sldMasterMk cId="2134014981" sldId="2147483660"/>
              <pc:sldLayoutMk cId="3201560257" sldId="2147483687"/>
              <ac:spMk id="6" creationId="{28CBC4E9-708E-983A-29E1-914767639CCD}"/>
            </ac:spMkLst>
          </pc:spChg>
          <pc:spChg chg="mod">
            <ac:chgData name="AESG" userId="1195676b0870cdb9" providerId="LiveId" clId="{ECC9F8DD-0A88-4CB7-90F7-039AB83C2BCA}" dt="2026-07-09T04:25:26.384" v="10" actId="207"/>
            <ac:spMkLst>
              <pc:docMk/>
              <pc:sldMasterMk cId="2134014981" sldId="2147483660"/>
              <pc:sldLayoutMk cId="3201560257" sldId="2147483687"/>
              <ac:spMk id="14" creationId="{0C44B52B-55C0-139F-D984-1BC337255C3F}"/>
            </ac:spMkLst>
          </pc:spChg>
          <pc:spChg chg="mod">
            <ac:chgData name="AESG" userId="1195676b0870cdb9" providerId="LiveId" clId="{ECC9F8DD-0A88-4CB7-90F7-039AB83C2BCA}" dt="2026-07-09T04:25:26.384" v="10" actId="207"/>
            <ac:spMkLst>
              <pc:docMk/>
              <pc:sldMasterMk cId="2134014981" sldId="2147483660"/>
              <pc:sldLayoutMk cId="3201560257" sldId="2147483687"/>
              <ac:spMk id="17" creationId="{326B61EB-E4B5-BC59-CB78-6D778BDB5AA5}"/>
            </ac:spMkLst>
          </pc:spChg>
          <pc:spChg chg="mod">
            <ac:chgData name="AESG" userId="1195676b0870cdb9" providerId="LiveId" clId="{ECC9F8DD-0A88-4CB7-90F7-039AB83C2BCA}" dt="2026-07-09T04:25:26.384" v="10" actId="207"/>
            <ac:spMkLst>
              <pc:docMk/>
              <pc:sldMasterMk cId="2134014981" sldId="2147483660"/>
              <pc:sldLayoutMk cId="3201560257" sldId="2147483687"/>
              <ac:spMk id="20" creationId="{A90EFA87-26F8-1505-B51D-38E33BF3F14D}"/>
            </ac:spMkLst>
          </pc:spChg>
          <pc:spChg chg="mod">
            <ac:chgData name="AESG" userId="1195676b0870cdb9" providerId="LiveId" clId="{ECC9F8DD-0A88-4CB7-90F7-039AB83C2BCA}" dt="2026-07-09T04:25:26.384" v="10" actId="207"/>
            <ac:spMkLst>
              <pc:docMk/>
              <pc:sldMasterMk cId="2134014981" sldId="2147483660"/>
              <pc:sldLayoutMk cId="3201560257" sldId="2147483687"/>
              <ac:spMk id="21" creationId="{FB4DBEAD-8420-5771-D15F-B2EA922236D2}"/>
            </ac:spMkLst>
          </pc:spChg>
        </pc:sldLayoutChg>
        <pc:sldLayoutChg chg="modSp mod">
          <pc:chgData name="AESG" userId="1195676b0870cdb9" providerId="LiveId" clId="{ECC9F8DD-0A88-4CB7-90F7-039AB83C2BCA}" dt="2026-07-09T04:24:08.118" v="4" actId="207"/>
          <pc:sldLayoutMkLst>
            <pc:docMk/>
            <pc:sldMasterMk cId="2134014981" sldId="2147483660"/>
            <pc:sldLayoutMk cId="49318612" sldId="2147483688"/>
          </pc:sldLayoutMkLst>
          <pc:spChg chg="mod">
            <ac:chgData name="AESG" userId="1195676b0870cdb9" providerId="LiveId" clId="{ECC9F8DD-0A88-4CB7-90F7-039AB83C2BCA}" dt="2026-07-09T04:24:08.118" v="4" actId="207"/>
            <ac:spMkLst>
              <pc:docMk/>
              <pc:sldMasterMk cId="2134014981" sldId="2147483660"/>
              <pc:sldLayoutMk cId="49318612" sldId="2147483688"/>
              <ac:spMk id="10" creationId="{AA4BD48F-41B4-D069-5790-0103E4D51D8A}"/>
            </ac:spMkLst>
          </pc:spChg>
          <pc:spChg chg="mod">
            <ac:chgData name="AESG" userId="1195676b0870cdb9" providerId="LiveId" clId="{ECC9F8DD-0A88-4CB7-90F7-039AB83C2BCA}" dt="2026-07-09T04:24:08.118" v="4" actId="207"/>
            <ac:spMkLst>
              <pc:docMk/>
              <pc:sldMasterMk cId="2134014981" sldId="2147483660"/>
              <pc:sldLayoutMk cId="49318612" sldId="2147483688"/>
              <ac:spMk id="14" creationId="{EBAC2869-2A52-2F29-CBA4-CCF3CA03EC10}"/>
            </ac:spMkLst>
          </pc:spChg>
          <pc:spChg chg="mod">
            <ac:chgData name="AESG" userId="1195676b0870cdb9" providerId="LiveId" clId="{ECC9F8DD-0A88-4CB7-90F7-039AB83C2BCA}" dt="2026-07-09T04:24:08.118" v="4" actId="207"/>
            <ac:spMkLst>
              <pc:docMk/>
              <pc:sldMasterMk cId="2134014981" sldId="2147483660"/>
              <pc:sldLayoutMk cId="49318612" sldId="2147483688"/>
              <ac:spMk id="16" creationId="{530E3E93-D1B4-703C-7DD1-DCC08100447C}"/>
            </ac:spMkLst>
          </pc:spChg>
          <pc:spChg chg="mod">
            <ac:chgData name="AESG" userId="1195676b0870cdb9" providerId="LiveId" clId="{ECC9F8DD-0A88-4CB7-90F7-039AB83C2BCA}" dt="2026-07-09T04:24:08.118" v="4" actId="207"/>
            <ac:spMkLst>
              <pc:docMk/>
              <pc:sldMasterMk cId="2134014981" sldId="2147483660"/>
              <pc:sldLayoutMk cId="49318612" sldId="2147483688"/>
              <ac:spMk id="19" creationId="{C74BC274-15FE-03CB-C990-B1A1AB51C968}"/>
            </ac:spMkLst>
          </pc:spChg>
          <pc:spChg chg="mod">
            <ac:chgData name="AESG" userId="1195676b0870cdb9" providerId="LiveId" clId="{ECC9F8DD-0A88-4CB7-90F7-039AB83C2BCA}" dt="2026-07-09T04:24:08.118" v="4" actId="207"/>
            <ac:spMkLst>
              <pc:docMk/>
              <pc:sldMasterMk cId="2134014981" sldId="2147483660"/>
              <pc:sldLayoutMk cId="49318612" sldId="2147483688"/>
              <ac:spMk id="20" creationId="{CC26395C-C028-63D0-9A33-1F7118FCC978}"/>
            </ac:spMkLst>
          </pc:spChg>
          <pc:spChg chg="mod">
            <ac:chgData name="AESG" userId="1195676b0870cdb9" providerId="LiveId" clId="{ECC9F8DD-0A88-4CB7-90F7-039AB83C2BCA}" dt="2026-07-09T04:24:08.118" v="4" actId="207"/>
            <ac:spMkLst>
              <pc:docMk/>
              <pc:sldMasterMk cId="2134014981" sldId="2147483660"/>
              <pc:sldLayoutMk cId="49318612" sldId="2147483688"/>
              <ac:spMk id="23" creationId="{C9B3FE33-72EF-44F3-507B-CDD62BA56EC2}"/>
            </ac:spMkLst>
          </pc:spChg>
        </pc:sldLayoutChg>
        <pc:sldLayoutChg chg="modSp mod">
          <pc:chgData name="AESG" userId="1195676b0870cdb9" providerId="LiveId" clId="{ECC9F8DD-0A88-4CB7-90F7-039AB83C2BCA}" dt="2026-07-09T04:24:16.709" v="5" actId="207"/>
          <pc:sldLayoutMkLst>
            <pc:docMk/>
            <pc:sldMasterMk cId="2134014981" sldId="2147483660"/>
            <pc:sldLayoutMk cId="2166843913" sldId="2147483689"/>
          </pc:sldLayoutMkLst>
          <pc:spChg chg="mod">
            <ac:chgData name="AESG" userId="1195676b0870cdb9" providerId="LiveId" clId="{ECC9F8DD-0A88-4CB7-90F7-039AB83C2BCA}" dt="2026-07-09T04:24:16.709" v="5" actId="207"/>
            <ac:spMkLst>
              <pc:docMk/>
              <pc:sldMasterMk cId="2134014981" sldId="2147483660"/>
              <pc:sldLayoutMk cId="2166843913" sldId="2147483689"/>
              <ac:spMk id="5" creationId="{CEC816B1-8FE7-6306-50BA-AA2318397320}"/>
            </ac:spMkLst>
          </pc:spChg>
          <pc:spChg chg="mod">
            <ac:chgData name="AESG" userId="1195676b0870cdb9" providerId="LiveId" clId="{ECC9F8DD-0A88-4CB7-90F7-039AB83C2BCA}" dt="2026-07-09T04:24:16.709" v="5" actId="207"/>
            <ac:spMkLst>
              <pc:docMk/>
              <pc:sldMasterMk cId="2134014981" sldId="2147483660"/>
              <pc:sldLayoutMk cId="2166843913" sldId="2147483689"/>
              <ac:spMk id="6" creationId="{28CBC4E9-708E-983A-29E1-914767639CCD}"/>
            </ac:spMkLst>
          </pc:spChg>
          <pc:spChg chg="mod">
            <ac:chgData name="AESG" userId="1195676b0870cdb9" providerId="LiveId" clId="{ECC9F8DD-0A88-4CB7-90F7-039AB83C2BCA}" dt="2026-07-09T04:24:16.709" v="5" actId="207"/>
            <ac:spMkLst>
              <pc:docMk/>
              <pc:sldMasterMk cId="2134014981" sldId="2147483660"/>
              <pc:sldLayoutMk cId="2166843913" sldId="2147483689"/>
              <ac:spMk id="14" creationId="{0C44B52B-55C0-139F-D984-1BC337255C3F}"/>
            </ac:spMkLst>
          </pc:spChg>
          <pc:spChg chg="mod">
            <ac:chgData name="AESG" userId="1195676b0870cdb9" providerId="LiveId" clId="{ECC9F8DD-0A88-4CB7-90F7-039AB83C2BCA}" dt="2026-07-09T04:24:16.709" v="5" actId="207"/>
            <ac:spMkLst>
              <pc:docMk/>
              <pc:sldMasterMk cId="2134014981" sldId="2147483660"/>
              <pc:sldLayoutMk cId="2166843913" sldId="2147483689"/>
              <ac:spMk id="17" creationId="{326B61EB-E4B5-BC59-CB78-6D778BDB5AA5}"/>
            </ac:spMkLst>
          </pc:spChg>
          <pc:spChg chg="mod">
            <ac:chgData name="AESG" userId="1195676b0870cdb9" providerId="LiveId" clId="{ECC9F8DD-0A88-4CB7-90F7-039AB83C2BCA}" dt="2026-07-09T04:24:16.709" v="5" actId="207"/>
            <ac:spMkLst>
              <pc:docMk/>
              <pc:sldMasterMk cId="2134014981" sldId="2147483660"/>
              <pc:sldLayoutMk cId="2166843913" sldId="2147483689"/>
              <ac:spMk id="20" creationId="{A90EFA87-26F8-1505-B51D-38E33BF3F14D}"/>
            </ac:spMkLst>
          </pc:spChg>
          <pc:spChg chg="mod">
            <ac:chgData name="AESG" userId="1195676b0870cdb9" providerId="LiveId" clId="{ECC9F8DD-0A88-4CB7-90F7-039AB83C2BCA}" dt="2026-07-09T04:24:16.709" v="5" actId="207"/>
            <ac:spMkLst>
              <pc:docMk/>
              <pc:sldMasterMk cId="2134014981" sldId="2147483660"/>
              <pc:sldLayoutMk cId="2166843913" sldId="2147483689"/>
              <ac:spMk id="21" creationId="{FB4DBEAD-8420-5771-D15F-B2EA922236D2}"/>
            </ac:spMkLst>
          </pc:spChg>
        </pc:sldLayoutChg>
        <pc:sldLayoutChg chg="modSp mod">
          <pc:chgData name="AESG" userId="1195676b0870cdb9" providerId="LiveId" clId="{ECC9F8DD-0A88-4CB7-90F7-039AB83C2BCA}" dt="2026-07-09T04:25:17.235" v="9" actId="207"/>
          <pc:sldLayoutMkLst>
            <pc:docMk/>
            <pc:sldMasterMk cId="2134014981" sldId="2147483660"/>
            <pc:sldLayoutMk cId="1217332192" sldId="2147483690"/>
          </pc:sldLayoutMkLst>
          <pc:spChg chg="mod">
            <ac:chgData name="AESG" userId="1195676b0870cdb9" providerId="LiveId" clId="{ECC9F8DD-0A88-4CB7-90F7-039AB83C2BCA}" dt="2026-07-09T04:25:17.235" v="9" actId="207"/>
            <ac:spMkLst>
              <pc:docMk/>
              <pc:sldMasterMk cId="2134014981" sldId="2147483660"/>
              <pc:sldLayoutMk cId="1217332192" sldId="2147483690"/>
              <ac:spMk id="5" creationId="{CEC816B1-8FE7-6306-50BA-AA2318397320}"/>
            </ac:spMkLst>
          </pc:spChg>
          <pc:spChg chg="mod">
            <ac:chgData name="AESG" userId="1195676b0870cdb9" providerId="LiveId" clId="{ECC9F8DD-0A88-4CB7-90F7-039AB83C2BCA}" dt="2026-07-09T04:25:17.235" v="9" actId="207"/>
            <ac:spMkLst>
              <pc:docMk/>
              <pc:sldMasterMk cId="2134014981" sldId="2147483660"/>
              <pc:sldLayoutMk cId="1217332192" sldId="2147483690"/>
              <ac:spMk id="9" creationId="{171D177E-9C0D-B31F-6B0C-699343DCEC83}"/>
            </ac:spMkLst>
          </pc:spChg>
          <pc:spChg chg="mod">
            <ac:chgData name="AESG" userId="1195676b0870cdb9" providerId="LiveId" clId="{ECC9F8DD-0A88-4CB7-90F7-039AB83C2BCA}" dt="2026-07-09T04:25:17.235" v="9" actId="207"/>
            <ac:spMkLst>
              <pc:docMk/>
              <pc:sldMasterMk cId="2134014981" sldId="2147483660"/>
              <pc:sldLayoutMk cId="1217332192" sldId="2147483690"/>
              <ac:spMk id="11" creationId="{95528E5D-46DB-9BF7-C483-7A035EE757B8}"/>
            </ac:spMkLst>
          </pc:spChg>
          <pc:spChg chg="mod">
            <ac:chgData name="AESG" userId="1195676b0870cdb9" providerId="LiveId" clId="{ECC9F8DD-0A88-4CB7-90F7-039AB83C2BCA}" dt="2026-07-09T04:25:17.235" v="9" actId="207"/>
            <ac:spMkLst>
              <pc:docMk/>
              <pc:sldMasterMk cId="2134014981" sldId="2147483660"/>
              <pc:sldLayoutMk cId="1217332192" sldId="2147483690"/>
              <ac:spMk id="13" creationId="{7C86389A-39F5-4D25-22FD-27E97AF2EABC}"/>
            </ac:spMkLst>
          </pc:spChg>
          <pc:spChg chg="mod">
            <ac:chgData name="AESG" userId="1195676b0870cdb9" providerId="LiveId" clId="{ECC9F8DD-0A88-4CB7-90F7-039AB83C2BCA}" dt="2026-07-09T04:25:17.235" v="9" actId="207"/>
            <ac:spMkLst>
              <pc:docMk/>
              <pc:sldMasterMk cId="2134014981" sldId="2147483660"/>
              <pc:sldLayoutMk cId="1217332192" sldId="2147483690"/>
              <ac:spMk id="19" creationId="{414E3EDB-AEE0-9DCE-E3EE-C3CBC06FD62E}"/>
            </ac:spMkLst>
          </pc:spChg>
        </pc:sldLayoutChg>
        <pc:sldLayoutChg chg="modSp mod">
          <pc:chgData name="AESG" userId="1195676b0870cdb9" providerId="LiveId" clId="{ECC9F8DD-0A88-4CB7-90F7-039AB83C2BCA}" dt="2026-07-09T04:26:36.537" v="17" actId="207"/>
          <pc:sldLayoutMkLst>
            <pc:docMk/>
            <pc:sldMasterMk cId="2134014981" sldId="2147483660"/>
            <pc:sldLayoutMk cId="837879977" sldId="2147483691"/>
          </pc:sldLayoutMkLst>
          <pc:spChg chg="mod">
            <ac:chgData name="AESG" userId="1195676b0870cdb9" providerId="LiveId" clId="{ECC9F8DD-0A88-4CB7-90F7-039AB83C2BCA}" dt="2026-07-09T04:26:36.537" v="17" actId="207"/>
            <ac:spMkLst>
              <pc:docMk/>
              <pc:sldMasterMk cId="2134014981" sldId="2147483660"/>
              <pc:sldLayoutMk cId="837879977" sldId="2147483691"/>
              <ac:spMk id="3" creationId="{3B3EDDDE-6944-FA74-075B-36C27FB78576}"/>
            </ac:spMkLst>
          </pc:spChg>
          <pc:spChg chg="mod">
            <ac:chgData name="AESG" userId="1195676b0870cdb9" providerId="LiveId" clId="{ECC9F8DD-0A88-4CB7-90F7-039AB83C2BCA}" dt="2026-07-09T04:26:36.537" v="17" actId="207"/>
            <ac:spMkLst>
              <pc:docMk/>
              <pc:sldMasterMk cId="2134014981" sldId="2147483660"/>
              <pc:sldLayoutMk cId="837879977" sldId="2147483691"/>
              <ac:spMk id="8" creationId="{625813B1-53E8-12C5-97A8-9FC4CA813882}"/>
            </ac:spMkLst>
          </pc:spChg>
          <pc:spChg chg="mod">
            <ac:chgData name="AESG" userId="1195676b0870cdb9" providerId="LiveId" clId="{ECC9F8DD-0A88-4CB7-90F7-039AB83C2BCA}" dt="2026-07-09T04:26:36.537" v="17" actId="207"/>
            <ac:spMkLst>
              <pc:docMk/>
              <pc:sldMasterMk cId="2134014981" sldId="2147483660"/>
              <pc:sldLayoutMk cId="837879977" sldId="2147483691"/>
              <ac:spMk id="11" creationId="{889D9EAB-7D97-6460-EEBE-5022E410E50A}"/>
            </ac:spMkLst>
          </pc:spChg>
          <pc:spChg chg="mod">
            <ac:chgData name="AESG" userId="1195676b0870cdb9" providerId="LiveId" clId="{ECC9F8DD-0A88-4CB7-90F7-039AB83C2BCA}" dt="2026-07-09T04:26:36.537" v="17" actId="207"/>
            <ac:spMkLst>
              <pc:docMk/>
              <pc:sldMasterMk cId="2134014981" sldId="2147483660"/>
              <pc:sldLayoutMk cId="837879977" sldId="2147483691"/>
              <ac:spMk id="15" creationId="{6FF3C8A6-0B83-7E37-8FA9-0DB27CC550B8}"/>
            </ac:spMkLst>
          </pc:spChg>
          <pc:spChg chg="mod">
            <ac:chgData name="AESG" userId="1195676b0870cdb9" providerId="LiveId" clId="{ECC9F8DD-0A88-4CB7-90F7-039AB83C2BCA}" dt="2026-07-09T04:26:36.537" v="17" actId="207"/>
            <ac:spMkLst>
              <pc:docMk/>
              <pc:sldMasterMk cId="2134014981" sldId="2147483660"/>
              <pc:sldLayoutMk cId="837879977" sldId="2147483691"/>
              <ac:spMk id="18" creationId="{94AB6F5B-1B2D-62F5-A8D1-6C4E569A979A}"/>
            </ac:spMkLst>
          </pc:spChg>
        </pc:sldLayoutChg>
        <pc:sldLayoutChg chg="modSp mod">
          <pc:chgData name="AESG" userId="1195676b0870cdb9" providerId="LiveId" clId="{ECC9F8DD-0A88-4CB7-90F7-039AB83C2BCA}" dt="2026-07-09T04:24:49.966" v="7" actId="207"/>
          <pc:sldLayoutMkLst>
            <pc:docMk/>
            <pc:sldMasterMk cId="2134014981" sldId="2147483660"/>
            <pc:sldLayoutMk cId="4112644787" sldId="2147483692"/>
          </pc:sldLayoutMkLst>
          <pc:spChg chg="mod">
            <ac:chgData name="AESG" userId="1195676b0870cdb9" providerId="LiveId" clId="{ECC9F8DD-0A88-4CB7-90F7-039AB83C2BCA}" dt="2026-07-09T04:24:49.966" v="7" actId="207"/>
            <ac:spMkLst>
              <pc:docMk/>
              <pc:sldMasterMk cId="2134014981" sldId="2147483660"/>
              <pc:sldLayoutMk cId="4112644787" sldId="2147483692"/>
              <ac:spMk id="10" creationId="{AA4BD48F-41B4-D069-5790-0103E4D51D8A}"/>
            </ac:spMkLst>
          </pc:spChg>
          <pc:spChg chg="mod">
            <ac:chgData name="AESG" userId="1195676b0870cdb9" providerId="LiveId" clId="{ECC9F8DD-0A88-4CB7-90F7-039AB83C2BCA}" dt="2026-07-09T04:24:49.966" v="7" actId="207"/>
            <ac:spMkLst>
              <pc:docMk/>
              <pc:sldMasterMk cId="2134014981" sldId="2147483660"/>
              <pc:sldLayoutMk cId="4112644787" sldId="2147483692"/>
              <ac:spMk id="16" creationId="{530E3E93-D1B4-703C-7DD1-DCC08100447C}"/>
            </ac:spMkLst>
          </pc:spChg>
          <pc:spChg chg="mod">
            <ac:chgData name="AESG" userId="1195676b0870cdb9" providerId="LiveId" clId="{ECC9F8DD-0A88-4CB7-90F7-039AB83C2BCA}" dt="2026-07-09T04:24:49.966" v="7" actId="207"/>
            <ac:spMkLst>
              <pc:docMk/>
              <pc:sldMasterMk cId="2134014981" sldId="2147483660"/>
              <pc:sldLayoutMk cId="4112644787" sldId="2147483692"/>
              <ac:spMk id="19" creationId="{C74BC274-15FE-03CB-C990-B1A1AB51C968}"/>
            </ac:spMkLst>
          </pc:spChg>
          <pc:spChg chg="mod">
            <ac:chgData name="AESG" userId="1195676b0870cdb9" providerId="LiveId" clId="{ECC9F8DD-0A88-4CB7-90F7-039AB83C2BCA}" dt="2026-07-09T04:24:49.966" v="7" actId="207"/>
            <ac:spMkLst>
              <pc:docMk/>
              <pc:sldMasterMk cId="2134014981" sldId="2147483660"/>
              <pc:sldLayoutMk cId="4112644787" sldId="2147483692"/>
              <ac:spMk id="20" creationId="{CC26395C-C028-63D0-9A33-1F7118FCC978}"/>
            </ac:spMkLst>
          </pc:spChg>
          <pc:spChg chg="mod">
            <ac:chgData name="AESG" userId="1195676b0870cdb9" providerId="LiveId" clId="{ECC9F8DD-0A88-4CB7-90F7-039AB83C2BCA}" dt="2026-07-09T04:24:49.966" v="7" actId="207"/>
            <ac:spMkLst>
              <pc:docMk/>
              <pc:sldMasterMk cId="2134014981" sldId="2147483660"/>
              <pc:sldLayoutMk cId="4112644787" sldId="2147483692"/>
              <ac:spMk id="23" creationId="{C9B3FE33-72EF-44F3-507B-CDD62BA56EC2}"/>
            </ac:spMkLst>
          </pc:spChg>
        </pc:sldLayoutChg>
        <pc:sldLayoutChg chg="modSp mod">
          <pc:chgData name="AESG" userId="1195676b0870cdb9" providerId="LiveId" clId="{ECC9F8DD-0A88-4CB7-90F7-039AB83C2BCA}" dt="2026-07-09T04:25:08.428" v="8" actId="207"/>
          <pc:sldLayoutMkLst>
            <pc:docMk/>
            <pc:sldMasterMk cId="2134014981" sldId="2147483660"/>
            <pc:sldLayoutMk cId="1703334295" sldId="2147483693"/>
          </pc:sldLayoutMkLst>
          <pc:spChg chg="mod">
            <ac:chgData name="AESG" userId="1195676b0870cdb9" providerId="LiveId" clId="{ECC9F8DD-0A88-4CB7-90F7-039AB83C2BCA}" dt="2026-07-09T04:25:08.428" v="8" actId="207"/>
            <ac:spMkLst>
              <pc:docMk/>
              <pc:sldMasterMk cId="2134014981" sldId="2147483660"/>
              <pc:sldLayoutMk cId="1703334295" sldId="2147483693"/>
              <ac:spMk id="5" creationId="{CEC816B1-8FE7-6306-50BA-AA2318397320}"/>
            </ac:spMkLst>
          </pc:spChg>
          <pc:spChg chg="mod">
            <ac:chgData name="AESG" userId="1195676b0870cdb9" providerId="LiveId" clId="{ECC9F8DD-0A88-4CB7-90F7-039AB83C2BCA}" dt="2026-07-09T04:25:08.428" v="8" actId="207"/>
            <ac:spMkLst>
              <pc:docMk/>
              <pc:sldMasterMk cId="2134014981" sldId="2147483660"/>
              <pc:sldLayoutMk cId="1703334295" sldId="2147483693"/>
              <ac:spMk id="6" creationId="{28CBC4E9-708E-983A-29E1-914767639CCD}"/>
            </ac:spMkLst>
          </pc:spChg>
          <pc:spChg chg="mod">
            <ac:chgData name="AESG" userId="1195676b0870cdb9" providerId="LiveId" clId="{ECC9F8DD-0A88-4CB7-90F7-039AB83C2BCA}" dt="2026-07-09T04:25:08.428" v="8" actId="207"/>
            <ac:spMkLst>
              <pc:docMk/>
              <pc:sldMasterMk cId="2134014981" sldId="2147483660"/>
              <pc:sldLayoutMk cId="1703334295" sldId="2147483693"/>
              <ac:spMk id="14" creationId="{0C44B52B-55C0-139F-D984-1BC337255C3F}"/>
            </ac:spMkLst>
          </pc:spChg>
          <pc:spChg chg="mod">
            <ac:chgData name="AESG" userId="1195676b0870cdb9" providerId="LiveId" clId="{ECC9F8DD-0A88-4CB7-90F7-039AB83C2BCA}" dt="2026-07-09T04:25:08.428" v="8" actId="207"/>
            <ac:spMkLst>
              <pc:docMk/>
              <pc:sldMasterMk cId="2134014981" sldId="2147483660"/>
              <pc:sldLayoutMk cId="1703334295" sldId="2147483693"/>
              <ac:spMk id="17" creationId="{326B61EB-E4B5-BC59-CB78-6D778BDB5AA5}"/>
            </ac:spMkLst>
          </pc:spChg>
          <pc:spChg chg="mod">
            <ac:chgData name="AESG" userId="1195676b0870cdb9" providerId="LiveId" clId="{ECC9F8DD-0A88-4CB7-90F7-039AB83C2BCA}" dt="2026-07-09T04:25:08.428" v="8" actId="207"/>
            <ac:spMkLst>
              <pc:docMk/>
              <pc:sldMasterMk cId="2134014981" sldId="2147483660"/>
              <pc:sldLayoutMk cId="1703334295" sldId="2147483693"/>
              <ac:spMk id="20" creationId="{A90EFA87-26F8-1505-B51D-38E33BF3F14D}"/>
            </ac:spMkLst>
          </pc:spChg>
          <pc:spChg chg="mod">
            <ac:chgData name="AESG" userId="1195676b0870cdb9" providerId="LiveId" clId="{ECC9F8DD-0A88-4CB7-90F7-039AB83C2BCA}" dt="2026-07-09T04:25:08.428" v="8" actId="207"/>
            <ac:spMkLst>
              <pc:docMk/>
              <pc:sldMasterMk cId="2134014981" sldId="2147483660"/>
              <pc:sldLayoutMk cId="1703334295" sldId="2147483693"/>
              <ac:spMk id="21" creationId="{FB4DBEAD-8420-5771-D15F-B2EA922236D2}"/>
            </ac:spMkLst>
          </pc:spChg>
        </pc:sldLayoutChg>
        <pc:sldLayoutChg chg="modSp mod">
          <pc:chgData name="AESG" userId="1195676b0870cdb9" providerId="LiveId" clId="{ECC9F8DD-0A88-4CB7-90F7-039AB83C2BCA}" dt="2026-07-09T04:25:47.012" v="12" actId="207"/>
          <pc:sldLayoutMkLst>
            <pc:docMk/>
            <pc:sldMasterMk cId="2134014981" sldId="2147483660"/>
            <pc:sldLayoutMk cId="1909042744" sldId="2147483694"/>
          </pc:sldLayoutMkLst>
          <pc:spChg chg="mod">
            <ac:chgData name="AESG" userId="1195676b0870cdb9" providerId="LiveId" clId="{ECC9F8DD-0A88-4CB7-90F7-039AB83C2BCA}" dt="2026-07-09T04:25:47.012" v="12" actId="207"/>
            <ac:spMkLst>
              <pc:docMk/>
              <pc:sldMasterMk cId="2134014981" sldId="2147483660"/>
              <pc:sldLayoutMk cId="1909042744" sldId="2147483694"/>
              <ac:spMk id="2" creationId="{8D763E22-715E-1901-89AA-70E522AE2680}"/>
            </ac:spMkLst>
          </pc:spChg>
          <pc:spChg chg="mod">
            <ac:chgData name="AESG" userId="1195676b0870cdb9" providerId="LiveId" clId="{ECC9F8DD-0A88-4CB7-90F7-039AB83C2BCA}" dt="2026-07-09T04:25:47.012" v="12" actId="207"/>
            <ac:spMkLst>
              <pc:docMk/>
              <pc:sldMasterMk cId="2134014981" sldId="2147483660"/>
              <pc:sldLayoutMk cId="1909042744" sldId="2147483694"/>
              <ac:spMk id="10" creationId="{AA4BD48F-41B4-D069-5790-0103E4D51D8A}"/>
            </ac:spMkLst>
          </pc:spChg>
          <pc:spChg chg="mod">
            <ac:chgData name="AESG" userId="1195676b0870cdb9" providerId="LiveId" clId="{ECC9F8DD-0A88-4CB7-90F7-039AB83C2BCA}" dt="2026-07-09T04:25:47.012" v="12" actId="207"/>
            <ac:spMkLst>
              <pc:docMk/>
              <pc:sldMasterMk cId="2134014981" sldId="2147483660"/>
              <pc:sldLayoutMk cId="1909042744" sldId="2147483694"/>
              <ac:spMk id="16" creationId="{530E3E93-D1B4-703C-7DD1-DCC08100447C}"/>
            </ac:spMkLst>
          </pc:spChg>
          <pc:spChg chg="mod">
            <ac:chgData name="AESG" userId="1195676b0870cdb9" providerId="LiveId" clId="{ECC9F8DD-0A88-4CB7-90F7-039AB83C2BCA}" dt="2026-07-09T04:25:47.012" v="12" actId="207"/>
            <ac:spMkLst>
              <pc:docMk/>
              <pc:sldMasterMk cId="2134014981" sldId="2147483660"/>
              <pc:sldLayoutMk cId="1909042744" sldId="2147483694"/>
              <ac:spMk id="19" creationId="{C74BC274-15FE-03CB-C990-B1A1AB51C968}"/>
            </ac:spMkLst>
          </pc:spChg>
          <pc:spChg chg="mod">
            <ac:chgData name="AESG" userId="1195676b0870cdb9" providerId="LiveId" clId="{ECC9F8DD-0A88-4CB7-90F7-039AB83C2BCA}" dt="2026-07-09T04:25:47.012" v="12" actId="207"/>
            <ac:spMkLst>
              <pc:docMk/>
              <pc:sldMasterMk cId="2134014981" sldId="2147483660"/>
              <pc:sldLayoutMk cId="1909042744" sldId="2147483694"/>
              <ac:spMk id="20" creationId="{CC26395C-C028-63D0-9A33-1F7118FCC978}"/>
            </ac:spMkLst>
          </pc:spChg>
          <pc:spChg chg="mod">
            <ac:chgData name="AESG" userId="1195676b0870cdb9" providerId="LiveId" clId="{ECC9F8DD-0A88-4CB7-90F7-039AB83C2BCA}" dt="2026-07-09T04:25:47.012" v="12" actId="207"/>
            <ac:spMkLst>
              <pc:docMk/>
              <pc:sldMasterMk cId="2134014981" sldId="2147483660"/>
              <pc:sldLayoutMk cId="1909042744" sldId="2147483694"/>
              <ac:spMk id="23" creationId="{C9B3FE33-72EF-44F3-507B-CDD62BA56EC2}"/>
            </ac:spMkLst>
          </pc:spChg>
          <pc:spChg chg="mod">
            <ac:chgData name="AESG" userId="1195676b0870cdb9" providerId="LiveId" clId="{ECC9F8DD-0A88-4CB7-90F7-039AB83C2BCA}" dt="2026-07-09T04:25:47.012" v="12" actId="207"/>
            <ac:spMkLst>
              <pc:docMk/>
              <pc:sldMasterMk cId="2134014981" sldId="2147483660"/>
              <pc:sldLayoutMk cId="1909042744" sldId="2147483694"/>
              <ac:spMk id="25" creationId="{9A7E5F31-8DD2-B06D-DC6F-90822BF11355}"/>
            </ac:spMkLst>
          </pc:spChg>
        </pc:sldLayoutChg>
        <pc:sldLayoutChg chg="modSp mod">
          <pc:chgData name="AESG" userId="1195676b0870cdb9" providerId="LiveId" clId="{ECC9F8DD-0A88-4CB7-90F7-039AB83C2BCA}" dt="2026-07-09T04:25:55.748" v="13" actId="207"/>
          <pc:sldLayoutMkLst>
            <pc:docMk/>
            <pc:sldMasterMk cId="2134014981" sldId="2147483660"/>
            <pc:sldLayoutMk cId="2268208055" sldId="2147483695"/>
          </pc:sldLayoutMkLst>
          <pc:spChg chg="mod">
            <ac:chgData name="AESG" userId="1195676b0870cdb9" providerId="LiveId" clId="{ECC9F8DD-0A88-4CB7-90F7-039AB83C2BCA}" dt="2026-07-09T04:25:55.748" v="13" actId="207"/>
            <ac:spMkLst>
              <pc:docMk/>
              <pc:sldMasterMk cId="2134014981" sldId="2147483660"/>
              <pc:sldLayoutMk cId="2268208055" sldId="2147483695"/>
              <ac:spMk id="5" creationId="{CEC816B1-8FE7-6306-50BA-AA2318397320}"/>
            </ac:spMkLst>
          </pc:spChg>
          <pc:spChg chg="mod">
            <ac:chgData name="AESG" userId="1195676b0870cdb9" providerId="LiveId" clId="{ECC9F8DD-0A88-4CB7-90F7-039AB83C2BCA}" dt="2026-07-09T04:25:55.748" v="13" actId="207"/>
            <ac:spMkLst>
              <pc:docMk/>
              <pc:sldMasterMk cId="2134014981" sldId="2147483660"/>
              <pc:sldLayoutMk cId="2268208055" sldId="2147483695"/>
              <ac:spMk id="6" creationId="{28CBC4E9-708E-983A-29E1-914767639CCD}"/>
            </ac:spMkLst>
          </pc:spChg>
          <pc:spChg chg="mod">
            <ac:chgData name="AESG" userId="1195676b0870cdb9" providerId="LiveId" clId="{ECC9F8DD-0A88-4CB7-90F7-039AB83C2BCA}" dt="2026-07-09T04:25:55.748" v="13" actId="207"/>
            <ac:spMkLst>
              <pc:docMk/>
              <pc:sldMasterMk cId="2134014981" sldId="2147483660"/>
              <pc:sldLayoutMk cId="2268208055" sldId="2147483695"/>
              <ac:spMk id="14" creationId="{0C44B52B-55C0-139F-D984-1BC337255C3F}"/>
            </ac:spMkLst>
          </pc:spChg>
          <pc:spChg chg="mod">
            <ac:chgData name="AESG" userId="1195676b0870cdb9" providerId="LiveId" clId="{ECC9F8DD-0A88-4CB7-90F7-039AB83C2BCA}" dt="2026-07-09T04:25:55.748" v="13" actId="207"/>
            <ac:spMkLst>
              <pc:docMk/>
              <pc:sldMasterMk cId="2134014981" sldId="2147483660"/>
              <pc:sldLayoutMk cId="2268208055" sldId="2147483695"/>
              <ac:spMk id="17" creationId="{326B61EB-E4B5-BC59-CB78-6D778BDB5AA5}"/>
            </ac:spMkLst>
          </pc:spChg>
          <pc:spChg chg="mod">
            <ac:chgData name="AESG" userId="1195676b0870cdb9" providerId="LiveId" clId="{ECC9F8DD-0A88-4CB7-90F7-039AB83C2BCA}" dt="2026-07-09T04:25:55.748" v="13" actId="207"/>
            <ac:spMkLst>
              <pc:docMk/>
              <pc:sldMasterMk cId="2134014981" sldId="2147483660"/>
              <pc:sldLayoutMk cId="2268208055" sldId="2147483695"/>
              <ac:spMk id="20" creationId="{A90EFA87-26F8-1505-B51D-38E33BF3F14D}"/>
            </ac:spMkLst>
          </pc:spChg>
          <pc:spChg chg="mod">
            <ac:chgData name="AESG" userId="1195676b0870cdb9" providerId="LiveId" clId="{ECC9F8DD-0A88-4CB7-90F7-039AB83C2BCA}" dt="2026-07-09T04:25:55.748" v="13" actId="207"/>
            <ac:spMkLst>
              <pc:docMk/>
              <pc:sldMasterMk cId="2134014981" sldId="2147483660"/>
              <pc:sldLayoutMk cId="2268208055" sldId="2147483695"/>
              <ac:spMk id="21" creationId="{FB4DBEAD-8420-5771-D15F-B2EA922236D2}"/>
            </ac:spMkLst>
          </pc:spChg>
        </pc:sldLayoutChg>
        <pc:sldLayoutChg chg="modSp mod">
          <pc:chgData name="AESG" userId="1195676b0870cdb9" providerId="LiveId" clId="{ECC9F8DD-0A88-4CB7-90F7-039AB83C2BCA}" dt="2026-07-09T04:26:11.721" v="15" actId="207"/>
          <pc:sldLayoutMkLst>
            <pc:docMk/>
            <pc:sldMasterMk cId="2134014981" sldId="2147483660"/>
            <pc:sldLayoutMk cId="3315162362" sldId="2147483696"/>
          </pc:sldLayoutMkLst>
          <pc:spChg chg="mod">
            <ac:chgData name="AESG" userId="1195676b0870cdb9" providerId="LiveId" clId="{ECC9F8DD-0A88-4CB7-90F7-039AB83C2BCA}" dt="2026-07-09T04:26:11.721" v="15" actId="207"/>
            <ac:spMkLst>
              <pc:docMk/>
              <pc:sldMasterMk cId="2134014981" sldId="2147483660"/>
              <pc:sldLayoutMk cId="3315162362" sldId="2147483696"/>
              <ac:spMk id="10" creationId="{AA4BD48F-41B4-D069-5790-0103E4D51D8A}"/>
            </ac:spMkLst>
          </pc:spChg>
          <pc:spChg chg="mod">
            <ac:chgData name="AESG" userId="1195676b0870cdb9" providerId="LiveId" clId="{ECC9F8DD-0A88-4CB7-90F7-039AB83C2BCA}" dt="2026-07-09T04:26:11.721" v="15" actId="207"/>
            <ac:spMkLst>
              <pc:docMk/>
              <pc:sldMasterMk cId="2134014981" sldId="2147483660"/>
              <pc:sldLayoutMk cId="3315162362" sldId="2147483696"/>
              <ac:spMk id="16" creationId="{530E3E93-D1B4-703C-7DD1-DCC08100447C}"/>
            </ac:spMkLst>
          </pc:spChg>
          <pc:spChg chg="mod">
            <ac:chgData name="AESG" userId="1195676b0870cdb9" providerId="LiveId" clId="{ECC9F8DD-0A88-4CB7-90F7-039AB83C2BCA}" dt="2026-07-09T04:26:11.721" v="15" actId="207"/>
            <ac:spMkLst>
              <pc:docMk/>
              <pc:sldMasterMk cId="2134014981" sldId="2147483660"/>
              <pc:sldLayoutMk cId="3315162362" sldId="2147483696"/>
              <ac:spMk id="19" creationId="{C74BC274-15FE-03CB-C990-B1A1AB51C968}"/>
            </ac:spMkLst>
          </pc:spChg>
          <pc:spChg chg="mod">
            <ac:chgData name="AESG" userId="1195676b0870cdb9" providerId="LiveId" clId="{ECC9F8DD-0A88-4CB7-90F7-039AB83C2BCA}" dt="2026-07-09T04:26:11.721" v="15" actId="207"/>
            <ac:spMkLst>
              <pc:docMk/>
              <pc:sldMasterMk cId="2134014981" sldId="2147483660"/>
              <pc:sldLayoutMk cId="3315162362" sldId="2147483696"/>
              <ac:spMk id="20" creationId="{CC26395C-C028-63D0-9A33-1F7118FCC978}"/>
            </ac:spMkLst>
          </pc:spChg>
          <pc:spChg chg="mod">
            <ac:chgData name="AESG" userId="1195676b0870cdb9" providerId="LiveId" clId="{ECC9F8DD-0A88-4CB7-90F7-039AB83C2BCA}" dt="2026-07-09T04:26:11.721" v="15" actId="207"/>
            <ac:spMkLst>
              <pc:docMk/>
              <pc:sldMasterMk cId="2134014981" sldId="2147483660"/>
              <pc:sldLayoutMk cId="3315162362" sldId="2147483696"/>
              <ac:spMk id="23" creationId="{C9B3FE33-72EF-44F3-507B-CDD62BA56EC2}"/>
            </ac:spMkLst>
          </pc:spChg>
          <pc:spChg chg="mod">
            <ac:chgData name="AESG" userId="1195676b0870cdb9" providerId="LiveId" clId="{ECC9F8DD-0A88-4CB7-90F7-039AB83C2BCA}" dt="2026-07-09T04:26:11.721" v="15" actId="207"/>
            <ac:spMkLst>
              <pc:docMk/>
              <pc:sldMasterMk cId="2134014981" sldId="2147483660"/>
              <pc:sldLayoutMk cId="3315162362" sldId="2147483696"/>
              <ac:spMk id="25" creationId="{9A7E5F31-8DD2-B06D-DC6F-90822BF11355}"/>
            </ac:spMkLst>
          </pc:spChg>
        </pc:sldLayoutChg>
        <pc:sldLayoutChg chg="modSp mod">
          <pc:chgData name="AESG" userId="1195676b0870cdb9" providerId="LiveId" clId="{ECC9F8DD-0A88-4CB7-90F7-039AB83C2BCA}" dt="2026-07-09T04:26:18.938" v="16" actId="207"/>
          <pc:sldLayoutMkLst>
            <pc:docMk/>
            <pc:sldMasterMk cId="2134014981" sldId="2147483660"/>
            <pc:sldLayoutMk cId="3697352155" sldId="2147483697"/>
          </pc:sldLayoutMkLst>
          <pc:spChg chg="mod">
            <ac:chgData name="AESG" userId="1195676b0870cdb9" providerId="LiveId" clId="{ECC9F8DD-0A88-4CB7-90F7-039AB83C2BCA}" dt="2026-07-09T04:26:18.938" v="16" actId="207"/>
            <ac:spMkLst>
              <pc:docMk/>
              <pc:sldMasterMk cId="2134014981" sldId="2147483660"/>
              <pc:sldLayoutMk cId="3697352155" sldId="2147483697"/>
              <ac:spMk id="5" creationId="{CEC816B1-8FE7-6306-50BA-AA2318397320}"/>
            </ac:spMkLst>
          </pc:spChg>
          <pc:spChg chg="mod">
            <ac:chgData name="AESG" userId="1195676b0870cdb9" providerId="LiveId" clId="{ECC9F8DD-0A88-4CB7-90F7-039AB83C2BCA}" dt="2026-07-09T04:26:18.938" v="16" actId="207"/>
            <ac:spMkLst>
              <pc:docMk/>
              <pc:sldMasterMk cId="2134014981" sldId="2147483660"/>
              <pc:sldLayoutMk cId="3697352155" sldId="2147483697"/>
              <ac:spMk id="6" creationId="{28CBC4E9-708E-983A-29E1-914767639CCD}"/>
            </ac:spMkLst>
          </pc:spChg>
          <pc:spChg chg="mod">
            <ac:chgData name="AESG" userId="1195676b0870cdb9" providerId="LiveId" clId="{ECC9F8DD-0A88-4CB7-90F7-039AB83C2BCA}" dt="2026-07-09T04:26:18.938" v="16" actId="207"/>
            <ac:spMkLst>
              <pc:docMk/>
              <pc:sldMasterMk cId="2134014981" sldId="2147483660"/>
              <pc:sldLayoutMk cId="3697352155" sldId="2147483697"/>
              <ac:spMk id="14" creationId="{0C44B52B-55C0-139F-D984-1BC337255C3F}"/>
            </ac:spMkLst>
          </pc:spChg>
          <pc:spChg chg="mod">
            <ac:chgData name="AESG" userId="1195676b0870cdb9" providerId="LiveId" clId="{ECC9F8DD-0A88-4CB7-90F7-039AB83C2BCA}" dt="2026-07-09T04:26:18.938" v="16" actId="207"/>
            <ac:spMkLst>
              <pc:docMk/>
              <pc:sldMasterMk cId="2134014981" sldId="2147483660"/>
              <pc:sldLayoutMk cId="3697352155" sldId="2147483697"/>
              <ac:spMk id="17" creationId="{326B61EB-E4B5-BC59-CB78-6D778BDB5AA5}"/>
            </ac:spMkLst>
          </pc:spChg>
          <pc:spChg chg="mod">
            <ac:chgData name="AESG" userId="1195676b0870cdb9" providerId="LiveId" clId="{ECC9F8DD-0A88-4CB7-90F7-039AB83C2BCA}" dt="2026-07-09T04:26:18.938" v="16" actId="207"/>
            <ac:spMkLst>
              <pc:docMk/>
              <pc:sldMasterMk cId="2134014981" sldId="2147483660"/>
              <pc:sldLayoutMk cId="3697352155" sldId="2147483697"/>
              <ac:spMk id="20" creationId="{A90EFA87-26F8-1505-B51D-38E33BF3F14D}"/>
            </ac:spMkLst>
          </pc:spChg>
          <pc:spChg chg="mod">
            <ac:chgData name="AESG" userId="1195676b0870cdb9" providerId="LiveId" clId="{ECC9F8DD-0A88-4CB7-90F7-039AB83C2BCA}" dt="2026-07-09T04:26:18.938" v="16" actId="207"/>
            <ac:spMkLst>
              <pc:docMk/>
              <pc:sldMasterMk cId="2134014981" sldId="2147483660"/>
              <pc:sldLayoutMk cId="3697352155" sldId="2147483697"/>
              <ac:spMk id="21" creationId="{FB4DBEAD-8420-5771-D15F-B2EA922236D2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1B24BF-CD08-4991-B7E5-F2E5B0AEB33B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7FF47-984F-4434-854A-87942439D8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77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B7EACA-8CB6-44BD-5A43-29F9038C39A0}"/>
              </a:ext>
            </a:extLst>
          </p:cNvPr>
          <p:cNvSpPr/>
          <p:nvPr userDrawn="1"/>
        </p:nvSpPr>
        <p:spPr>
          <a:xfrm>
            <a:off x="0" y="0"/>
            <a:ext cx="6858000" cy="213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933DC0FD-FA03-2550-1D2B-0045B2E1B6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4974" y="285429"/>
            <a:ext cx="877726" cy="253584"/>
          </a:xfrm>
          <a:prstGeom prst="rect">
            <a:avLst/>
          </a:prstGeom>
        </p:spPr>
      </p:pic>
      <p:sp>
        <p:nvSpPr>
          <p:cNvPr id="9" name="Google Shape;252;p194">
            <a:extLst>
              <a:ext uri="{FF2B5EF4-FFF2-40B4-BE49-F238E27FC236}">
                <a16:creationId xmlns:a16="http://schemas.microsoft.com/office/drawing/2014/main" id="{2C9F63B8-8795-8F86-76A2-2654C2993A48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457200" y="285429"/>
            <a:ext cx="1857375" cy="16957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A8CE6-0DEF-9916-87BB-92A0068F5B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1150872"/>
            <a:ext cx="3848100" cy="60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80000"/>
              </a:lnSpc>
              <a:defRPr sz="2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NAME &amp; </a:t>
            </a:r>
            <a:br>
              <a:rPr lang="en-US" dirty="0"/>
            </a:br>
            <a:r>
              <a:rPr lang="en-US" dirty="0"/>
              <a:t>LAST NAME</a:t>
            </a:r>
            <a:endParaRPr lang="en-AE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9B3FE33-72EF-44F3-507B-CDD62BA56E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2249792"/>
            <a:ext cx="5905500" cy="1500716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Insert candidate overview</a:t>
            </a:r>
            <a:endParaRPr lang="en-AE" dirty="0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9A7E5F31-8DD2-B06D-DC6F-90822BF113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4600" y="1874772"/>
            <a:ext cx="3848100" cy="1143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Candidate Title</a:t>
            </a:r>
            <a:endParaRPr lang="en-AE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7527A9-48B1-7F7B-F08A-711BD0984ECE}"/>
              </a:ext>
            </a:extLst>
          </p:cNvPr>
          <p:cNvSpPr txBox="1"/>
          <p:nvPr userDrawn="1"/>
        </p:nvSpPr>
        <p:spPr>
          <a:xfrm>
            <a:off x="2514600" y="3866397"/>
            <a:ext cx="141545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WORK EXPERIENCE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0EA2CC-BF9D-C59F-205D-79EF98C12E07}"/>
              </a:ext>
            </a:extLst>
          </p:cNvPr>
          <p:cNvSpPr txBox="1"/>
          <p:nvPr userDrawn="1"/>
        </p:nvSpPr>
        <p:spPr>
          <a:xfrm>
            <a:off x="2514600" y="5521202"/>
            <a:ext cx="15036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2018A1-93D9-149A-C486-4E4C78CA8304}"/>
              </a:ext>
            </a:extLst>
          </p:cNvPr>
          <p:cNvSpPr txBox="1"/>
          <p:nvPr userDrawn="1"/>
        </p:nvSpPr>
        <p:spPr>
          <a:xfrm>
            <a:off x="457200" y="3866397"/>
            <a:ext cx="113332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 EXPERTISE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2F239A-2019-1C07-535F-0A72E8FD4D83}"/>
              </a:ext>
            </a:extLst>
          </p:cNvPr>
          <p:cNvSpPr txBox="1"/>
          <p:nvPr userDrawn="1"/>
        </p:nvSpPr>
        <p:spPr>
          <a:xfrm>
            <a:off x="457200" y="5521202"/>
            <a:ext cx="1279196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QUALIFICATIONS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30E3E93-D1B4-703C-7DD1-DCC0810044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4079169"/>
            <a:ext cx="1857375" cy="129540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74BC274-15FE-03CB-C990-B1A1AB51C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5733344"/>
            <a:ext cx="1857375" cy="129540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A4BD48F-41B4-D069-5790-0103E4D51D8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14600" y="4078434"/>
            <a:ext cx="3848100" cy="12954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</a:defRPr>
            </a:lvl1pPr>
            <a:lvl2pPr>
              <a:defRPr sz="900">
                <a:solidFill>
                  <a:schemeClr val="accent2"/>
                </a:solidFill>
              </a:defRPr>
            </a:lvl2pPr>
            <a:lvl3pPr>
              <a:defRPr sz="900">
                <a:solidFill>
                  <a:schemeClr val="accent2"/>
                </a:solidFill>
              </a:defRPr>
            </a:lvl3pPr>
            <a:lvl4pPr>
              <a:defRPr sz="900">
                <a:solidFill>
                  <a:schemeClr val="accent2"/>
                </a:solidFill>
              </a:defRPr>
            </a:lvl4pPr>
            <a:lvl5pPr>
              <a:defRPr sz="9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BAC2869-2A52-2F29-CBA4-CCF3CA03EC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14600" y="5733344"/>
            <a:ext cx="3848100" cy="1262062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26395C-C028-63D0-9A33-1F7118FCC97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514600" y="7111294"/>
            <a:ext cx="3848100" cy="1262062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2343DCE-5B57-A442-EC15-45538E890373}"/>
              </a:ext>
            </a:extLst>
          </p:cNvPr>
          <p:cNvCxnSpPr>
            <a:cxnSpLocks/>
          </p:cNvCxnSpPr>
          <p:nvPr userDrawn="1"/>
        </p:nvCxnSpPr>
        <p:spPr>
          <a:xfrm>
            <a:off x="2413136" y="3866397"/>
            <a:ext cx="0" cy="5391903"/>
          </a:xfrm>
          <a:prstGeom prst="line">
            <a:avLst/>
          </a:prstGeom>
          <a:ln w="12700" cap="rnd"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18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003D1DB-A7AA-CADC-5A17-CB67BB3BFED3}"/>
              </a:ext>
            </a:extLst>
          </p:cNvPr>
          <p:cNvSpPr/>
          <p:nvPr userDrawn="1"/>
        </p:nvSpPr>
        <p:spPr>
          <a:xfrm>
            <a:off x="0" y="1"/>
            <a:ext cx="6858000" cy="7778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72A149B-13BE-FE0C-469D-EE1B04DA96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4974" y="285429"/>
            <a:ext cx="877726" cy="2535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0EA2CC-BF9D-C59F-205D-79EF98C12E07}"/>
              </a:ext>
            </a:extLst>
          </p:cNvPr>
          <p:cNvSpPr txBox="1"/>
          <p:nvPr userDrawn="1"/>
        </p:nvSpPr>
        <p:spPr>
          <a:xfrm>
            <a:off x="457200" y="889322"/>
            <a:ext cx="15036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EC816B1-8FE7-6306-50BA-AA2318397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103067"/>
            <a:ext cx="59055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8CBC4E9-708E-983A-29E1-914767639C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2509959"/>
            <a:ext cx="59055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C44B52B-55C0-139F-D984-1BC337255C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3916851"/>
            <a:ext cx="59055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26B61EB-E4B5-BC59-CB78-6D778BDB5AA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5323743"/>
            <a:ext cx="59055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A90EFA87-26F8-1505-B51D-38E33BF3F14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0" y="6730635"/>
            <a:ext cx="59055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B4DBEAD-8420-5771-D15F-B2EA922236D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8137527"/>
            <a:ext cx="59055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166843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B7EACA-8CB6-44BD-5A43-29F9038C39A0}"/>
              </a:ext>
            </a:extLst>
          </p:cNvPr>
          <p:cNvSpPr/>
          <p:nvPr userDrawn="1"/>
        </p:nvSpPr>
        <p:spPr>
          <a:xfrm>
            <a:off x="0" y="0"/>
            <a:ext cx="6858000" cy="213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933DC0FD-FA03-2550-1D2B-0045B2E1B6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4974" y="285429"/>
            <a:ext cx="877726" cy="253584"/>
          </a:xfrm>
          <a:prstGeom prst="rect">
            <a:avLst/>
          </a:prstGeom>
        </p:spPr>
      </p:pic>
      <p:sp>
        <p:nvSpPr>
          <p:cNvPr id="9" name="Google Shape;252;p194">
            <a:extLst>
              <a:ext uri="{FF2B5EF4-FFF2-40B4-BE49-F238E27FC236}">
                <a16:creationId xmlns:a16="http://schemas.microsoft.com/office/drawing/2014/main" id="{2C9F63B8-8795-8F86-76A2-2654C2993A48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457200" y="285429"/>
            <a:ext cx="1857375" cy="16957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A8CE6-0DEF-9916-87BB-92A0068F5B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1150872"/>
            <a:ext cx="3848100" cy="60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80000"/>
              </a:lnSpc>
              <a:defRPr sz="2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NAME &amp; </a:t>
            </a:r>
            <a:br>
              <a:rPr lang="en-US" dirty="0"/>
            </a:br>
            <a:r>
              <a:rPr lang="en-US" dirty="0"/>
              <a:t>LAST NAME</a:t>
            </a:r>
            <a:endParaRPr lang="en-AE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9B3FE33-72EF-44F3-507B-CDD62BA56E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2249792"/>
            <a:ext cx="5905500" cy="1500716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Insert candidate overview</a:t>
            </a:r>
            <a:endParaRPr lang="en-AE" dirty="0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9A7E5F31-8DD2-B06D-DC6F-90822BF113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4600" y="1874772"/>
            <a:ext cx="3848100" cy="1143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Candidate Title</a:t>
            </a:r>
            <a:endParaRPr lang="en-AE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7527A9-48B1-7F7B-F08A-711BD0984ECE}"/>
              </a:ext>
            </a:extLst>
          </p:cNvPr>
          <p:cNvSpPr txBox="1"/>
          <p:nvPr userDrawn="1"/>
        </p:nvSpPr>
        <p:spPr>
          <a:xfrm>
            <a:off x="2514600" y="3866397"/>
            <a:ext cx="141545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WORK EXPERIENCE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0EA2CC-BF9D-C59F-205D-79EF98C12E07}"/>
              </a:ext>
            </a:extLst>
          </p:cNvPr>
          <p:cNvSpPr txBox="1"/>
          <p:nvPr userDrawn="1"/>
        </p:nvSpPr>
        <p:spPr>
          <a:xfrm>
            <a:off x="2514600" y="5521202"/>
            <a:ext cx="15036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2018A1-93D9-149A-C486-4E4C78CA8304}"/>
              </a:ext>
            </a:extLst>
          </p:cNvPr>
          <p:cNvSpPr txBox="1"/>
          <p:nvPr userDrawn="1"/>
        </p:nvSpPr>
        <p:spPr>
          <a:xfrm>
            <a:off x="457200" y="3866397"/>
            <a:ext cx="113332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 EXPERTISE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2F239A-2019-1C07-535F-0A72E8FD4D83}"/>
              </a:ext>
            </a:extLst>
          </p:cNvPr>
          <p:cNvSpPr txBox="1"/>
          <p:nvPr userDrawn="1"/>
        </p:nvSpPr>
        <p:spPr>
          <a:xfrm>
            <a:off x="457200" y="5521202"/>
            <a:ext cx="1279196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QUALIFICATIONS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30E3E93-D1B4-703C-7DD1-DCC0810044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4079169"/>
            <a:ext cx="1857375" cy="129540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74BC274-15FE-03CB-C990-B1A1AB51C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5733344"/>
            <a:ext cx="1857375" cy="129540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A4BD48F-41B4-D069-5790-0103E4D51D8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14600" y="4078434"/>
            <a:ext cx="3848100" cy="12954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26395C-C028-63D0-9A33-1F7118FCC97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514600" y="7111294"/>
            <a:ext cx="3848100" cy="1262062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2343DCE-5B57-A442-EC15-45538E890373}"/>
              </a:ext>
            </a:extLst>
          </p:cNvPr>
          <p:cNvCxnSpPr>
            <a:cxnSpLocks/>
          </p:cNvCxnSpPr>
          <p:nvPr userDrawn="1"/>
        </p:nvCxnSpPr>
        <p:spPr>
          <a:xfrm>
            <a:off x="2413136" y="3866397"/>
            <a:ext cx="0" cy="5391903"/>
          </a:xfrm>
          <a:prstGeom prst="line">
            <a:avLst/>
          </a:prstGeom>
          <a:ln w="12700" cap="rnd"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E7F8D6F-D9B0-ACC1-69FA-C3A98B3D914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514600" y="5734050"/>
            <a:ext cx="3848100" cy="1295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12644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003D1DB-A7AA-CADC-5A17-CB67BB3BFED3}"/>
              </a:ext>
            </a:extLst>
          </p:cNvPr>
          <p:cNvSpPr/>
          <p:nvPr userDrawn="1"/>
        </p:nvSpPr>
        <p:spPr>
          <a:xfrm>
            <a:off x="0" y="1"/>
            <a:ext cx="6858000" cy="7778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72A149B-13BE-FE0C-469D-EE1B04DA96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4974" y="285429"/>
            <a:ext cx="877726" cy="2535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0EA2CC-BF9D-C59F-205D-79EF98C12E07}"/>
              </a:ext>
            </a:extLst>
          </p:cNvPr>
          <p:cNvSpPr txBox="1"/>
          <p:nvPr userDrawn="1"/>
        </p:nvSpPr>
        <p:spPr>
          <a:xfrm>
            <a:off x="457200" y="889322"/>
            <a:ext cx="15036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EC816B1-8FE7-6306-50BA-AA2318397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14600" y="1103067"/>
            <a:ext cx="38481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8CBC4E9-708E-983A-29E1-914767639C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14600" y="2509959"/>
            <a:ext cx="38481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C44B52B-55C0-139F-D984-1BC337255C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14600" y="3916851"/>
            <a:ext cx="38481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26B61EB-E4B5-BC59-CB78-6D778BDB5AA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514600" y="5323743"/>
            <a:ext cx="38481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A90EFA87-26F8-1505-B51D-38E33BF3F14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14600" y="6730635"/>
            <a:ext cx="38481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B4DBEAD-8420-5771-D15F-B2EA922236D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14600" y="8137527"/>
            <a:ext cx="38481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D76AE40-D995-B099-BDC9-739B9BD111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57200" y="1095375"/>
            <a:ext cx="1857375" cy="13033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AE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27710DFB-D5B5-2462-F2C0-092E172BB6B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7200" y="2502020"/>
            <a:ext cx="1857375" cy="13033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A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5BEE24E-F891-DFCA-F824-74650522F3E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" y="3908665"/>
            <a:ext cx="1857375" cy="13033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AE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ECD8845-663A-F89B-A85B-2B33CBED04D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5315310"/>
            <a:ext cx="1857375" cy="13033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AE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7DA0E00E-01D8-717C-0C3A-F33A50B92EA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7200" y="6721955"/>
            <a:ext cx="1857375" cy="13033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AE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866498-7CAD-7806-E117-B866F2E5F7F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57200" y="8133557"/>
            <a:ext cx="1857375" cy="13033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03334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003D1DB-A7AA-CADC-5A17-CB67BB3BFED3}"/>
              </a:ext>
            </a:extLst>
          </p:cNvPr>
          <p:cNvSpPr/>
          <p:nvPr userDrawn="1"/>
        </p:nvSpPr>
        <p:spPr>
          <a:xfrm>
            <a:off x="0" y="1"/>
            <a:ext cx="6858000" cy="7778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72A149B-13BE-FE0C-469D-EE1B04DA96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4974" y="285429"/>
            <a:ext cx="877726" cy="2535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0EA2CC-BF9D-C59F-205D-79EF98C12E07}"/>
              </a:ext>
            </a:extLst>
          </p:cNvPr>
          <p:cNvSpPr txBox="1"/>
          <p:nvPr userDrawn="1"/>
        </p:nvSpPr>
        <p:spPr>
          <a:xfrm>
            <a:off x="457200" y="889322"/>
            <a:ext cx="15036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EC816B1-8FE7-6306-50BA-AA2318397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09152" y="1595414"/>
            <a:ext cx="3653547" cy="1841416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8FBF7BA-19B7-15EF-5AF0-8FCA31563BD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57200" y="1595413"/>
            <a:ext cx="2251953" cy="18414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71D177E-9C0D-B31F-6B0C-699343DCEC8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09152" y="3548322"/>
            <a:ext cx="3653547" cy="1841416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371E453-F007-5A9D-7349-57227F54C3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" y="3548321"/>
            <a:ext cx="2251953" cy="18414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5528E5D-46DB-9BF7-C483-7A035EE757B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709152" y="5501229"/>
            <a:ext cx="3653547" cy="1841416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5BA7A7D0-CAB9-8B1F-E473-58E3BBDE971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7200" y="5501228"/>
            <a:ext cx="2251953" cy="18414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C86389A-39F5-4D25-22FD-27E97AF2EA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709152" y="7454135"/>
            <a:ext cx="3653547" cy="1841416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C357F37-35C8-840F-C8C0-3B692D2D4BA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57200" y="7454134"/>
            <a:ext cx="2251953" cy="18414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14E3EDB-AEE0-9DCE-E3EE-C3CBC06FD62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1184275"/>
            <a:ext cx="5905500" cy="26828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Some key projects in which Name was heavily involved includes the following: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21733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0EA2CC-BF9D-C59F-205D-79EF98C12E07}"/>
              </a:ext>
            </a:extLst>
          </p:cNvPr>
          <p:cNvSpPr txBox="1"/>
          <p:nvPr userDrawn="1"/>
        </p:nvSpPr>
        <p:spPr>
          <a:xfrm>
            <a:off x="457200" y="777828"/>
            <a:ext cx="15036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EC816B1-8FE7-6306-50BA-AA2318397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103067"/>
            <a:ext cx="59055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8CBC4E9-708E-983A-29E1-914767639C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2509959"/>
            <a:ext cx="59055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259290-6F53-5189-B957-DCB01D6421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974" y="285716"/>
            <a:ext cx="877726" cy="253297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C44B52B-55C0-139F-D984-1BC337255C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3916851"/>
            <a:ext cx="59055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26B61EB-E4B5-BC59-CB78-6D778BDB5AA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5323743"/>
            <a:ext cx="59055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A90EFA87-26F8-1505-B51D-38E33BF3F14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0" y="6730635"/>
            <a:ext cx="59055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B4DBEAD-8420-5771-D15F-B2EA922236D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8137527"/>
            <a:ext cx="59055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20156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A8CE6-0DEF-9916-87BB-92A0068F5B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800100"/>
            <a:ext cx="3848100" cy="60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80000"/>
              </a:lnSpc>
              <a:defRPr sz="2800" b="1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NAME &amp; </a:t>
            </a:r>
            <a:br>
              <a:rPr lang="en-US" dirty="0"/>
            </a:br>
            <a:r>
              <a:rPr lang="en-US" dirty="0"/>
              <a:t>LAST NAME</a:t>
            </a:r>
            <a:endParaRPr lang="en-AE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E7E956B-B78D-0B91-543C-3210C25AB789}"/>
              </a:ext>
            </a:extLst>
          </p:cNvPr>
          <p:cNvCxnSpPr/>
          <p:nvPr userDrawn="1"/>
        </p:nvCxnSpPr>
        <p:spPr>
          <a:xfrm>
            <a:off x="2514600" y="1815737"/>
            <a:ext cx="91440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9B3FE33-72EF-44F3-507B-CDD62BA56E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4600" y="1981200"/>
            <a:ext cx="3848100" cy="102393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Insert candidate overview</a:t>
            </a:r>
            <a:endParaRPr lang="en-AE" dirty="0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9A7E5F31-8DD2-B06D-DC6F-90822BF113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4600" y="1524000"/>
            <a:ext cx="3848100" cy="1143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Candidate Title</a:t>
            </a:r>
            <a:endParaRPr lang="en-AE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7527A9-48B1-7F7B-F08A-711BD0984ECE}"/>
              </a:ext>
            </a:extLst>
          </p:cNvPr>
          <p:cNvSpPr txBox="1"/>
          <p:nvPr userDrawn="1"/>
        </p:nvSpPr>
        <p:spPr>
          <a:xfrm>
            <a:off x="2514600" y="3212201"/>
            <a:ext cx="141545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WORK EXPERIENCE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0EA2CC-BF9D-C59F-205D-79EF98C12E07}"/>
              </a:ext>
            </a:extLst>
          </p:cNvPr>
          <p:cNvSpPr txBox="1"/>
          <p:nvPr userDrawn="1"/>
        </p:nvSpPr>
        <p:spPr>
          <a:xfrm>
            <a:off x="2514600" y="4867006"/>
            <a:ext cx="15036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2018A1-93D9-149A-C486-4E4C78CA8304}"/>
              </a:ext>
            </a:extLst>
          </p:cNvPr>
          <p:cNvSpPr txBox="1"/>
          <p:nvPr userDrawn="1"/>
        </p:nvSpPr>
        <p:spPr>
          <a:xfrm>
            <a:off x="457200" y="3212201"/>
            <a:ext cx="113332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 EXPERTISE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2F239A-2019-1C07-535F-0A72E8FD4D83}"/>
              </a:ext>
            </a:extLst>
          </p:cNvPr>
          <p:cNvSpPr txBox="1"/>
          <p:nvPr userDrawn="1"/>
        </p:nvSpPr>
        <p:spPr>
          <a:xfrm>
            <a:off x="457200" y="4867006"/>
            <a:ext cx="1279196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QUALIFICATIONS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30E3E93-D1B4-703C-7DD1-DCC0810044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3424973"/>
            <a:ext cx="1857375" cy="129540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74BC274-15FE-03CB-C990-B1A1AB51C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5079148"/>
            <a:ext cx="1857375" cy="129540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415C81D-40EF-5F50-9CE0-E7572ABF9F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974" y="285716"/>
            <a:ext cx="877726" cy="25329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A4BD48F-41B4-D069-5790-0103E4D51D8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14600" y="3424238"/>
            <a:ext cx="3848100" cy="12954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26395C-C028-63D0-9A33-1F7118FCC97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514600" y="6457098"/>
            <a:ext cx="3848100" cy="25687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Google Shape;252;p194">
            <a:extLst>
              <a:ext uri="{FF2B5EF4-FFF2-40B4-BE49-F238E27FC236}">
                <a16:creationId xmlns:a16="http://schemas.microsoft.com/office/drawing/2014/main" id="{6EDFA71E-5561-76D1-5B02-F5F87B2BBF9B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457200" y="805539"/>
            <a:ext cx="1857375" cy="16266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8D763E22-715E-1901-89AA-70E522AE268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514600" y="5079145"/>
            <a:ext cx="3848100" cy="129540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909042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0EA2CC-BF9D-C59F-205D-79EF98C12E07}"/>
              </a:ext>
            </a:extLst>
          </p:cNvPr>
          <p:cNvSpPr txBox="1"/>
          <p:nvPr userDrawn="1"/>
        </p:nvSpPr>
        <p:spPr>
          <a:xfrm>
            <a:off x="457200" y="777828"/>
            <a:ext cx="15036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EC816B1-8FE7-6306-50BA-AA2318397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103067"/>
            <a:ext cx="59055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8CBC4E9-708E-983A-29E1-914767639C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2509959"/>
            <a:ext cx="59055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259290-6F53-5189-B957-DCB01D6421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974" y="285716"/>
            <a:ext cx="877726" cy="253297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C44B52B-55C0-139F-D984-1BC337255C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3916851"/>
            <a:ext cx="59055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26B61EB-E4B5-BC59-CB78-6D778BDB5AA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5323742"/>
            <a:ext cx="59055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A90EFA87-26F8-1505-B51D-38E33BF3F14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0" y="6730635"/>
            <a:ext cx="59055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B4DBEAD-8420-5771-D15F-B2EA922236D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8137527"/>
            <a:ext cx="59055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268208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A8CE6-0DEF-9916-87BB-92A0068F5B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800100"/>
            <a:ext cx="3848100" cy="60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80000"/>
              </a:lnSpc>
              <a:defRPr sz="2800" b="1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NAME &amp; </a:t>
            </a:r>
            <a:br>
              <a:rPr lang="en-US" dirty="0"/>
            </a:br>
            <a:r>
              <a:rPr lang="en-US" dirty="0"/>
              <a:t>LAST NAME</a:t>
            </a:r>
            <a:endParaRPr lang="en-AE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E7E956B-B78D-0B91-543C-3210C25AB789}"/>
              </a:ext>
            </a:extLst>
          </p:cNvPr>
          <p:cNvCxnSpPr/>
          <p:nvPr userDrawn="1"/>
        </p:nvCxnSpPr>
        <p:spPr>
          <a:xfrm>
            <a:off x="2514600" y="1815737"/>
            <a:ext cx="91440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9B3FE33-72EF-44F3-507B-CDD62BA56E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4600" y="1981200"/>
            <a:ext cx="3848100" cy="102393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Insert candidate overview</a:t>
            </a:r>
            <a:endParaRPr lang="en-AE" dirty="0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9A7E5F31-8DD2-B06D-DC6F-90822BF113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4600" y="1524000"/>
            <a:ext cx="3848100" cy="1143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Candidate Title</a:t>
            </a:r>
            <a:endParaRPr lang="en-AE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7527A9-48B1-7F7B-F08A-711BD0984ECE}"/>
              </a:ext>
            </a:extLst>
          </p:cNvPr>
          <p:cNvSpPr txBox="1"/>
          <p:nvPr userDrawn="1"/>
        </p:nvSpPr>
        <p:spPr>
          <a:xfrm>
            <a:off x="2514600" y="3212201"/>
            <a:ext cx="141545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WORK EXPERIENCE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0EA2CC-BF9D-C59F-205D-79EF98C12E07}"/>
              </a:ext>
            </a:extLst>
          </p:cNvPr>
          <p:cNvSpPr txBox="1"/>
          <p:nvPr userDrawn="1"/>
        </p:nvSpPr>
        <p:spPr>
          <a:xfrm>
            <a:off x="2514600" y="4867006"/>
            <a:ext cx="15036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2018A1-93D9-149A-C486-4E4C78CA8304}"/>
              </a:ext>
            </a:extLst>
          </p:cNvPr>
          <p:cNvSpPr txBox="1"/>
          <p:nvPr userDrawn="1"/>
        </p:nvSpPr>
        <p:spPr>
          <a:xfrm>
            <a:off x="457200" y="3212201"/>
            <a:ext cx="113332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 EXPERTISE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2F239A-2019-1C07-535F-0A72E8FD4D83}"/>
              </a:ext>
            </a:extLst>
          </p:cNvPr>
          <p:cNvSpPr txBox="1"/>
          <p:nvPr userDrawn="1"/>
        </p:nvSpPr>
        <p:spPr>
          <a:xfrm>
            <a:off x="457200" y="4867006"/>
            <a:ext cx="1279196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QUALIFICATIONS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30E3E93-D1B4-703C-7DD1-DCC0810044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3424973"/>
            <a:ext cx="1857375" cy="129540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74BC274-15FE-03CB-C990-B1A1AB51C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5079148"/>
            <a:ext cx="1857375" cy="129540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415C81D-40EF-5F50-9CE0-E7572ABF9F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974" y="285716"/>
            <a:ext cx="877726" cy="25329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A4BD48F-41B4-D069-5790-0103E4D51D8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14600" y="3424238"/>
            <a:ext cx="3848100" cy="12954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26395C-C028-63D0-9A33-1F7118FCC97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514600" y="6457098"/>
            <a:ext cx="3848100" cy="25687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B26AF2-E1F0-DF5A-CCB9-56C018011E1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514600" y="5078413"/>
            <a:ext cx="3848100" cy="1295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AE"/>
          </a:p>
        </p:txBody>
      </p:sp>
      <p:sp>
        <p:nvSpPr>
          <p:cNvPr id="5" name="Google Shape;252;p194">
            <a:extLst>
              <a:ext uri="{FF2B5EF4-FFF2-40B4-BE49-F238E27FC236}">
                <a16:creationId xmlns:a16="http://schemas.microsoft.com/office/drawing/2014/main" id="{6EDFA71E-5561-76D1-5B02-F5F87B2BBF9B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457200" y="805539"/>
            <a:ext cx="1857375" cy="16266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15162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0EA2CC-BF9D-C59F-205D-79EF98C12E07}"/>
              </a:ext>
            </a:extLst>
          </p:cNvPr>
          <p:cNvSpPr txBox="1"/>
          <p:nvPr userDrawn="1"/>
        </p:nvSpPr>
        <p:spPr>
          <a:xfrm>
            <a:off x="457200" y="777828"/>
            <a:ext cx="15036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EC816B1-8FE7-6306-50BA-AA2318397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14600" y="1103067"/>
            <a:ext cx="38481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8CBC4E9-708E-983A-29E1-914767639C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14600" y="2509959"/>
            <a:ext cx="38481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259290-6F53-5189-B957-DCB01D6421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974" y="285716"/>
            <a:ext cx="877726" cy="253297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C44B52B-55C0-139F-D984-1BC337255C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14600" y="3916851"/>
            <a:ext cx="38481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26B61EB-E4B5-BC59-CB78-6D778BDB5AA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514600" y="5323742"/>
            <a:ext cx="38481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A90EFA87-26F8-1505-B51D-38E33BF3F14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14600" y="6730635"/>
            <a:ext cx="38481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B4DBEAD-8420-5771-D15F-B2EA922236D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14600" y="8137527"/>
            <a:ext cx="3848100" cy="12953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86BF82-80F4-0392-6D88-8FE7E01F752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57200" y="1103313"/>
            <a:ext cx="1857375" cy="1295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AE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FB56836-875D-6A53-E705-F15D5D6280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7200" y="2502384"/>
            <a:ext cx="1857375" cy="1295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AE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CF1B73C0-A651-766E-B381-BDDCBDAB3FC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" y="3901455"/>
            <a:ext cx="1857375" cy="1295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AE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1FD7400-03B8-9DF8-DE67-BAC6DABA7D6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5323742"/>
            <a:ext cx="1857375" cy="1295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AE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1D3F3ED-84B7-6F01-6A38-F367A68533B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7200" y="6730635"/>
            <a:ext cx="1857375" cy="1295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AE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50E57B7E-1A71-2697-7081-11A2ECB51AB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57200" y="8137526"/>
            <a:ext cx="1857375" cy="1295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97352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39F7BE-6617-39C4-38BB-5A80C58689AB}"/>
              </a:ext>
            </a:extLst>
          </p:cNvPr>
          <p:cNvSpPr txBox="1"/>
          <p:nvPr userDrawn="1"/>
        </p:nvSpPr>
        <p:spPr>
          <a:xfrm>
            <a:off x="457200" y="889322"/>
            <a:ext cx="15036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 PROJECTS</a:t>
            </a:r>
            <a:endParaRPr lang="en-AE" sz="1000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259290-6F53-5189-B957-DCB01D6421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974" y="285716"/>
            <a:ext cx="877726" cy="253297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EDDDE-6944-FA74-075B-36C27FB7857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09152" y="1595414"/>
            <a:ext cx="3653547" cy="1841416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9B66D70-867B-8B38-5BDC-FCCF8750585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57200" y="1595413"/>
            <a:ext cx="2251953" cy="18414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25813B1-53E8-12C5-97A8-9FC4CA81388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09152" y="3548322"/>
            <a:ext cx="3653547" cy="1841416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E40B63E9-A187-54A0-B985-A2548E8C8DD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" y="3548321"/>
            <a:ext cx="2251953" cy="18414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89D9EAB-7D97-6460-EEBE-5022E410E50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709152" y="5501229"/>
            <a:ext cx="3653547" cy="1841416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4524E5AF-2E26-608E-CB59-851815D8639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7200" y="5501228"/>
            <a:ext cx="2251953" cy="18414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FF3C8A6-0B83-7E37-8FA9-0DB27CC550B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709152" y="7454135"/>
            <a:ext cx="3653547" cy="1841416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en-AE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B991508A-DAE3-6783-5295-878B587D696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57200" y="7454134"/>
            <a:ext cx="2251953" cy="18414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94AB6F5B-1B2D-62F5-A8D1-6C4E569A97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1184275"/>
            <a:ext cx="5905500" cy="26828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Some key projects in which Name was heavily involved includes the following: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8378799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AABC06-3ACB-2490-785A-26BECC70A7B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974" y="285716"/>
            <a:ext cx="877726" cy="25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01498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2" r:id="rId3"/>
    <p:sldLayoutId id="2147483693" r:id="rId4"/>
    <p:sldLayoutId id="2147483690" r:id="rId5"/>
    <p:sldLayoutId id="2147483687" r:id="rId6"/>
    <p:sldLayoutId id="2147483694" r:id="rId7"/>
    <p:sldLayoutId id="2147483695" r:id="rId8"/>
    <p:sldLayoutId id="2147483696" r:id="rId9"/>
    <p:sldLayoutId id="2147483697" r:id="rId10"/>
    <p:sldLayoutId id="214748369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832" userDrawn="1">
          <p15:clr>
            <a:srgbClr val="F26B43"/>
          </p15:clr>
        </p15:guide>
        <p15:guide id="2" pos="288" userDrawn="1">
          <p15:clr>
            <a:srgbClr val="F26B43"/>
          </p15:clr>
        </p15:guide>
        <p15:guide id="3" pos="1458" userDrawn="1">
          <p15:clr>
            <a:srgbClr val="F26B43"/>
          </p15:clr>
        </p15:guide>
        <p15:guide id="4" orient="horz" pos="504" userDrawn="1">
          <p15:clr>
            <a:srgbClr val="F26B43"/>
          </p15:clr>
        </p15:guide>
        <p15:guide id="5" pos="1584" userDrawn="1">
          <p15:clr>
            <a:srgbClr val="F26B43"/>
          </p15:clr>
        </p15:guide>
        <p15:guide id="6" pos="4008" userDrawn="1">
          <p15:clr>
            <a:srgbClr val="F26B43"/>
          </p15:clr>
        </p15:guide>
        <p15:guide id="7" orient="horz" pos="888" userDrawn="1">
          <p15:clr>
            <a:srgbClr val="F26B43"/>
          </p15:clr>
        </p15:guide>
        <p15:guide id="8" orient="horz" pos="960" userDrawn="1">
          <p15:clr>
            <a:srgbClr val="F26B43"/>
          </p15:clr>
        </p15:guide>
        <p15:guide id="9" orient="horz" pos="1032" userDrawn="1">
          <p15:clr>
            <a:srgbClr val="F26B43"/>
          </p15:clr>
        </p15:guide>
        <p15:guide id="10" orient="horz" pos="1248" userDrawn="1">
          <p15:clr>
            <a:srgbClr val="F26B43"/>
          </p15:clr>
        </p15:guide>
        <p15:guide id="11" orient="horz" pos="211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6A442CB-76F5-CCEF-5307-CEBA530D26BB}"/>
              </a:ext>
            </a:extLst>
          </p:cNvPr>
          <p:cNvSpPr>
            <a:spLocks noGrp="1"/>
          </p:cNvSpPr>
          <p:nvPr>
            <p:ph type="pic" idx="3"/>
          </p:nvPr>
        </p:nvSpPr>
        <p:spPr/>
        <p:txBody>
          <a:bodyPr/>
          <a:lstStyle/>
          <a:p>
            <a:r>
              <a:t>{{profile_photo}}</a:t>
            </a:r>
            <a:endParaRPr lang="en-A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5055B9B-DC8E-C7FA-3E9F-810AE68A9E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{{name}}</a:t>
            </a:r>
            <a:endParaRPr lang="en-AE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2422E64-D7D9-A234-5238-C11B454C8E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{{overview}}</a:t>
            </a:r>
            <a:endParaRPr lang="en-AE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7743D9E-DF0C-3BE9-4D10-254C4E0CB1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{{role}}</a:t>
            </a:r>
            <a:endParaRPr lang="en-AE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8062F8D-C0E4-8F3A-60FF-4F0000A7EFB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171450" indent="-1714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t>{{key_expertise}}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B082DE1-C5AD-A61A-5C2C-599F0CBA2E2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171450" indent="-1714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t>{{qualifications}}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7DE3EF8-8AB2-A412-147E-671CF9EC42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{{experience}}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5C58F99-376A-E193-ADF6-4DD589B96D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{{front_project_1}}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C52D7BB-444C-9134-86F1-B875A6188F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t>{{front_project_2}}</a:t>
            </a:r>
          </a:p>
        </p:txBody>
      </p:sp>
    </p:spTree>
    <p:extLst>
      <p:ext uri="{BB962C8B-B14F-4D97-AF65-F5344CB8AC3E}">
        <p14:creationId xmlns:p14="http://schemas.microsoft.com/office/powerpoint/2010/main" val="2946414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9BFF12E-A4E2-7572-94F6-4B650398DE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{{project_card_1}}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519ECFD-A510-3B0D-22C6-A9564236DB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{{project_card_2}}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5FE44-C48A-2B1F-1AEB-C188818B75E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{{project_card_3}}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C4C423-BB64-240F-C33B-78A13C63ED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{{project_card_4}}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69814EF-6D74-2805-7AF2-14094F8CA1E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{{project_card_5}}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F7EDE8C-E700-FC65-31E5-D57AF004B82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{{project_card_6}}</a:t>
            </a:r>
          </a:p>
        </p:txBody>
      </p:sp>
    </p:spTree>
    <p:extLst>
      <p:ext uri="{BB962C8B-B14F-4D97-AF65-F5344CB8AC3E}">
        <p14:creationId xmlns:p14="http://schemas.microsoft.com/office/powerpoint/2010/main" val="2137301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1943527-DCD8-3E87-6484-CCBFB16B3A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{{name}}</a:t>
            </a:r>
            <a:endParaRPr lang="en-AE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46429EB-FBB7-EFDE-CFCC-5854329787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{{overview}}</a:t>
            </a:r>
            <a:endParaRPr lang="en-AE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4A8306-AFC4-712A-5365-3AF47B59E4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{{role}}</a:t>
            </a:r>
            <a:endParaRPr lang="en-AE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D6B8EA1-349E-08E5-A2CB-2D73CDFDE1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171450" indent="-1714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t>{{key_expertise}}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BCB5345-E918-AE32-C8E8-8056447BD77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171450" indent="-1714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t>{{qualifications}}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A4034BC-08A1-17D0-D56A-57B3DB46A47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{{experience}}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A5ABB14-DAAA-3861-0D10-04DEC8F2A47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t>{{front_project_2}}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D2E2A90-E870-9B1B-9E26-20CEADF28CFA}"/>
              </a:ext>
            </a:extLst>
          </p:cNvPr>
          <p:cNvSpPr>
            <a:spLocks noGrp="1"/>
          </p:cNvSpPr>
          <p:nvPr>
            <p:ph type="pic" idx="3"/>
          </p:nvPr>
        </p:nvSpPr>
        <p:spPr/>
        <p:txBody>
          <a:bodyPr/>
          <a:lstStyle/>
          <a:p>
            <a:r>
              <a:t>{{profile_photo}}</a:t>
            </a:r>
            <a:endParaRPr lang="en-AE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59F461A-A68F-46F4-2FA2-302B1393070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t>{{front_project_1}}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241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77E4365-1969-33C1-395A-467F671D91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{{project_card_1}}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25B3144-E8E0-4B72-D863-05D49115BF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{{project_card_2}}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308043-FC30-4711-90E8-AE029240B2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{{project_card_3}}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01D958-EAFA-E97F-913A-AF98260749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{{project_card_4}}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2685F21-7BB1-983E-1D93-F2301C5615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{{project_card_5}}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0A486FF-673A-5115-428E-B0971F320E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{{project_card_6}}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728126"/>
      </p:ext>
    </p:extLst>
  </p:cSld>
  <p:clrMapOvr>
    <a:masterClrMapping/>
  </p:clrMapOvr>
</p:sld>
</file>

<file path=ppt/theme/theme1.xml><?xml version="1.0" encoding="utf-8"?>
<a:theme xmlns:a="http://schemas.openxmlformats.org/drawingml/2006/main" name="AESG">
  <a:themeElements>
    <a:clrScheme name="AESG Colours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8C95"/>
      </a:accent1>
      <a:accent2>
        <a:srgbClr val="343741"/>
      </a:accent2>
      <a:accent3>
        <a:srgbClr val="6D2077"/>
      </a:accent3>
      <a:accent4>
        <a:srgbClr val="FFC72C"/>
      </a:accent4>
      <a:accent5>
        <a:srgbClr val="DA291C"/>
      </a:accent5>
      <a:accent6>
        <a:srgbClr val="000000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ESG" id="{9ACEA575-416F-4D35-AA45-BF7EA1E86AB5}" vid="{F5927DAE-3F11-43A0-A322-9D73678372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799</Words>
  <Application>Microsoft Office PowerPoint</Application>
  <PresentationFormat>A4 Paper (210x297 mm)</PresentationFormat>
  <Paragraphs>100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Verdana</vt:lpstr>
      <vt:lpstr>AESG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AESG</dc:creator>
  <cp:lastModifiedBy>AESG</cp:lastModifiedBy>
  <cp:revision>6</cp:revision>
  <dcterms:created xsi:type="dcterms:W3CDTF">2026-06-10T09:40:11Z</dcterms:created>
  <dcterms:modified xsi:type="dcterms:W3CDTF">2026-07-09T05:08:25Z</dcterms:modified>
</cp:coreProperties>
</file>