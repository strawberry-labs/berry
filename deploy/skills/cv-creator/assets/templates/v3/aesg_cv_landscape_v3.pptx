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60" r:id="rId2"/>
    <p:sldId id="261" r:id="rId3"/>
    <p:sldId id="258" r:id="rId4"/>
    <p:sldId id="259" r:id="rId5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3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1626" y="45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ESG" userId="1195676b0870cdb9" providerId="LiveId" clId="{ECC9F8DD-0A88-4CB7-90F7-039AB83C2BCA}"/>
    <pc:docChg chg="delSld modSld modMainMaster">
      <pc:chgData name="AESG" userId="1195676b0870cdb9" providerId="LiveId" clId="{ECC9F8DD-0A88-4CB7-90F7-039AB83C2BCA}" dt="2026-07-09T04:13:07.745" v="92" actId="207"/>
      <pc:docMkLst>
        <pc:docMk/>
      </pc:docMkLst>
      <pc:sldChg chg="modSp mod">
        <pc:chgData name="AESG" userId="1195676b0870cdb9" providerId="LiveId" clId="{ECC9F8DD-0A88-4CB7-90F7-039AB83C2BCA}" dt="2026-07-09T04:12:51.545" v="89" actId="207"/>
        <pc:sldMkLst>
          <pc:docMk/>
          <pc:sldMk cId="60964595" sldId="258"/>
        </pc:sldMkLst>
        <pc:spChg chg="mod">
          <ac:chgData name="AESG" userId="1195676b0870cdb9" providerId="LiveId" clId="{ECC9F8DD-0A88-4CB7-90F7-039AB83C2BCA}" dt="2026-07-09T04:12:16.762" v="80" actId="207"/>
          <ac:spMkLst>
            <pc:docMk/>
            <pc:sldMk cId="60964595" sldId="258"/>
            <ac:spMk id="8" creationId="{3C74317C-7F48-BDCF-7AC9-BFB185EC5733}"/>
          </ac:spMkLst>
        </pc:spChg>
        <pc:spChg chg="mod">
          <ac:chgData name="AESG" userId="1195676b0870cdb9" providerId="LiveId" clId="{ECC9F8DD-0A88-4CB7-90F7-039AB83C2BCA}" dt="2026-07-09T04:12:41.766" v="87" actId="207"/>
          <ac:spMkLst>
            <pc:docMk/>
            <pc:sldMk cId="60964595" sldId="258"/>
            <ac:spMk id="14" creationId="{6FAF6203-31C1-4A5B-A370-C534CF3F9254}"/>
          </ac:spMkLst>
        </pc:spChg>
        <pc:spChg chg="mod">
          <ac:chgData name="AESG" userId="1195676b0870cdb9" providerId="LiveId" clId="{ECC9F8DD-0A88-4CB7-90F7-039AB83C2BCA}" dt="2026-07-09T04:12:37.655" v="86" actId="207"/>
          <ac:spMkLst>
            <pc:docMk/>
            <pc:sldMk cId="60964595" sldId="258"/>
            <ac:spMk id="15" creationId="{D3D382E3-B063-82CD-D345-433FF7F05169}"/>
          </ac:spMkLst>
        </pc:spChg>
        <pc:spChg chg="mod">
          <ac:chgData name="AESG" userId="1195676b0870cdb9" providerId="LiveId" clId="{ECC9F8DD-0A88-4CB7-90F7-039AB83C2BCA}" dt="2026-07-09T04:12:44.685" v="88" actId="207"/>
          <ac:spMkLst>
            <pc:docMk/>
            <pc:sldMk cId="60964595" sldId="258"/>
            <ac:spMk id="16" creationId="{832FFECE-5316-9B88-03E5-8C96AD294FEF}"/>
          </ac:spMkLst>
        </pc:spChg>
        <pc:spChg chg="mod">
          <ac:chgData name="AESG" userId="1195676b0870cdb9" providerId="LiveId" clId="{ECC9F8DD-0A88-4CB7-90F7-039AB83C2BCA}" dt="2026-07-09T04:12:51.545" v="89" actId="207"/>
          <ac:spMkLst>
            <pc:docMk/>
            <pc:sldMk cId="60964595" sldId="258"/>
            <ac:spMk id="17" creationId="{416F4F00-F2A7-4FF7-5EFB-13327E16D8F3}"/>
          </ac:spMkLst>
        </pc:spChg>
      </pc:sldChg>
      <pc:sldChg chg="modSp mod">
        <pc:chgData name="AESG" userId="1195676b0870cdb9" providerId="LiveId" clId="{ECC9F8DD-0A88-4CB7-90F7-039AB83C2BCA}" dt="2026-07-09T04:13:07.745" v="92" actId="207"/>
        <pc:sldMkLst>
          <pc:docMk/>
          <pc:sldMk cId="3149318245" sldId="259"/>
        </pc:sldMkLst>
        <pc:spChg chg="mod">
          <ac:chgData name="AESG" userId="1195676b0870cdb9" providerId="LiveId" clId="{ECC9F8DD-0A88-4CB7-90F7-039AB83C2BCA}" dt="2026-07-09T04:12:59.265" v="90" actId="207"/>
          <ac:spMkLst>
            <pc:docMk/>
            <pc:sldMk cId="3149318245" sldId="259"/>
            <ac:spMk id="2" creationId="{15BC1145-EFE9-BA56-F2D8-C137AD840F4A}"/>
          </ac:spMkLst>
        </pc:spChg>
        <pc:spChg chg="mod">
          <ac:chgData name="AESG" userId="1195676b0870cdb9" providerId="LiveId" clId="{ECC9F8DD-0A88-4CB7-90F7-039AB83C2BCA}" dt="2026-07-09T04:13:03.950" v="91" actId="207"/>
          <ac:spMkLst>
            <pc:docMk/>
            <pc:sldMk cId="3149318245" sldId="259"/>
            <ac:spMk id="3" creationId="{7E27A2D3-21E8-14FE-CE87-DD8DBFDED4DD}"/>
          </ac:spMkLst>
        </pc:spChg>
        <pc:spChg chg="mod">
          <ac:chgData name="AESG" userId="1195676b0870cdb9" providerId="LiveId" clId="{ECC9F8DD-0A88-4CB7-90F7-039AB83C2BCA}" dt="2026-07-09T04:13:07.745" v="92" actId="207"/>
          <ac:spMkLst>
            <pc:docMk/>
            <pc:sldMk cId="3149318245" sldId="259"/>
            <ac:spMk id="4" creationId="{7FB8212F-EFBE-C14A-8D3A-199FA9DF6683}"/>
          </ac:spMkLst>
        </pc:spChg>
      </pc:sldChg>
      <pc:sldChg chg="modSp mod">
        <pc:chgData name="AESG" userId="1195676b0870cdb9" providerId="LiveId" clId="{ECC9F8DD-0A88-4CB7-90F7-039AB83C2BCA}" dt="2026-07-09T04:11:43.301" v="73" actId="207"/>
        <pc:sldMkLst>
          <pc:docMk/>
          <pc:sldMk cId="2247232203" sldId="260"/>
        </pc:sldMkLst>
        <pc:spChg chg="mod">
          <ac:chgData name="AESG" userId="1195676b0870cdb9" providerId="LiveId" clId="{ECC9F8DD-0A88-4CB7-90F7-039AB83C2BCA}" dt="2026-07-09T04:11:23.849" v="68" actId="207"/>
          <ac:spMkLst>
            <pc:docMk/>
            <pc:sldMk cId="2247232203" sldId="260"/>
            <ac:spMk id="6" creationId="{8897B042-0F15-CD0C-8706-414571F1C753}"/>
          </ac:spMkLst>
        </pc:spChg>
        <pc:spChg chg="mod">
          <ac:chgData name="AESG" userId="1195676b0870cdb9" providerId="LiveId" clId="{ECC9F8DD-0A88-4CB7-90F7-039AB83C2BCA}" dt="2026-07-09T04:11:03.860" v="63" actId="207"/>
          <ac:spMkLst>
            <pc:docMk/>
            <pc:sldMk cId="2247232203" sldId="260"/>
            <ac:spMk id="7" creationId="{C99A22ED-8AD3-3601-6AF9-BE5EB2EB9F89}"/>
          </ac:spMkLst>
        </pc:spChg>
        <pc:spChg chg="mod">
          <ac:chgData name="AESG" userId="1195676b0870cdb9" providerId="LiveId" clId="{ECC9F8DD-0A88-4CB7-90F7-039AB83C2BCA}" dt="2026-07-09T04:11:08.031" v="64" actId="207"/>
          <ac:spMkLst>
            <pc:docMk/>
            <pc:sldMk cId="2247232203" sldId="260"/>
            <ac:spMk id="8" creationId="{2F4DB9B9-3F23-91A2-F227-6840806FE3D2}"/>
          </ac:spMkLst>
        </pc:spChg>
        <pc:spChg chg="mod">
          <ac:chgData name="AESG" userId="1195676b0870cdb9" providerId="LiveId" clId="{ECC9F8DD-0A88-4CB7-90F7-039AB83C2BCA}" dt="2026-07-09T04:11:43.301" v="73" actId="207"/>
          <ac:spMkLst>
            <pc:docMk/>
            <pc:sldMk cId="2247232203" sldId="260"/>
            <ac:spMk id="9" creationId="{9CC936AA-8548-AEE2-4CEC-0F936633C6CF}"/>
          </ac:spMkLst>
        </pc:spChg>
        <pc:spChg chg="mod">
          <ac:chgData name="AESG" userId="1195676b0870cdb9" providerId="LiveId" clId="{ECC9F8DD-0A88-4CB7-90F7-039AB83C2BCA}" dt="2026-07-09T04:11:11.346" v="65" actId="207"/>
          <ac:spMkLst>
            <pc:docMk/>
            <pc:sldMk cId="2247232203" sldId="260"/>
            <ac:spMk id="10" creationId="{FA65F4D0-1EA4-ED76-386E-4F9FFBE1EF36}"/>
          </ac:spMkLst>
        </pc:spChg>
        <pc:spChg chg="mod">
          <ac:chgData name="AESG" userId="1195676b0870cdb9" providerId="LiveId" clId="{ECC9F8DD-0A88-4CB7-90F7-039AB83C2BCA}" dt="2026-07-09T04:11:19.583" v="67" actId="207"/>
          <ac:spMkLst>
            <pc:docMk/>
            <pc:sldMk cId="2247232203" sldId="260"/>
            <ac:spMk id="11" creationId="{8376821F-036D-BECC-B054-6CD878C156C2}"/>
          </ac:spMkLst>
        </pc:spChg>
        <pc:spChg chg="mod">
          <ac:chgData name="AESG" userId="1195676b0870cdb9" providerId="LiveId" clId="{ECC9F8DD-0A88-4CB7-90F7-039AB83C2BCA}" dt="2026-07-09T04:11:15.437" v="66" actId="207"/>
          <ac:spMkLst>
            <pc:docMk/>
            <pc:sldMk cId="2247232203" sldId="260"/>
            <ac:spMk id="12" creationId="{C1B57ECC-C7A4-C86A-F061-89A0F4569049}"/>
          </ac:spMkLst>
        </pc:spChg>
        <pc:spChg chg="mod">
          <ac:chgData name="AESG" userId="1195676b0870cdb9" providerId="LiveId" clId="{ECC9F8DD-0A88-4CB7-90F7-039AB83C2BCA}" dt="2026-07-09T04:10:55.880" v="61" actId="207"/>
          <ac:spMkLst>
            <pc:docMk/>
            <pc:sldMk cId="2247232203" sldId="260"/>
            <ac:spMk id="16" creationId="{4D9259A1-417A-6292-CA74-0F8EACBEEC6C}"/>
          </ac:spMkLst>
        </pc:spChg>
      </pc:sldChg>
      <pc:sldChg chg="modSp mod">
        <pc:chgData name="AESG" userId="1195676b0870cdb9" providerId="LiveId" clId="{ECC9F8DD-0A88-4CB7-90F7-039AB83C2BCA}" dt="2026-07-09T04:12:11.181" v="79" actId="207"/>
        <pc:sldMkLst>
          <pc:docMk/>
          <pc:sldMk cId="1881901548" sldId="261"/>
        </pc:sldMkLst>
        <pc:spChg chg="mod">
          <ac:chgData name="AESG" userId="1195676b0870cdb9" providerId="LiveId" clId="{ECC9F8DD-0A88-4CB7-90F7-039AB83C2BCA}" dt="2026-07-09T04:11:50.596" v="74" actId="207"/>
          <ac:spMkLst>
            <pc:docMk/>
            <pc:sldMk cId="1881901548" sldId="261"/>
            <ac:spMk id="2" creationId="{C6DCA313-1056-7061-AD2F-4C1ED740C0E0}"/>
          </ac:spMkLst>
        </pc:spChg>
        <pc:spChg chg="mod">
          <ac:chgData name="AESG" userId="1195676b0870cdb9" providerId="LiveId" clId="{ECC9F8DD-0A88-4CB7-90F7-039AB83C2BCA}" dt="2026-07-09T04:11:58.236" v="76" actId="207"/>
          <ac:spMkLst>
            <pc:docMk/>
            <pc:sldMk cId="1881901548" sldId="261"/>
            <ac:spMk id="3" creationId="{4E6C8681-1711-77E4-5657-2742F52F7574}"/>
          </ac:spMkLst>
        </pc:spChg>
        <pc:spChg chg="mod">
          <ac:chgData name="AESG" userId="1195676b0870cdb9" providerId="LiveId" clId="{ECC9F8DD-0A88-4CB7-90F7-039AB83C2BCA}" dt="2026-07-09T04:12:07.039" v="78" actId="207"/>
          <ac:spMkLst>
            <pc:docMk/>
            <pc:sldMk cId="1881901548" sldId="261"/>
            <ac:spMk id="4" creationId="{DE76C4E0-26D6-9AC1-931F-471F2A92B58E}"/>
          </ac:spMkLst>
        </pc:spChg>
        <pc:spChg chg="mod">
          <ac:chgData name="AESG" userId="1195676b0870cdb9" providerId="LiveId" clId="{ECC9F8DD-0A88-4CB7-90F7-039AB83C2BCA}" dt="2026-07-09T04:11:54.358" v="75" actId="207"/>
          <ac:spMkLst>
            <pc:docMk/>
            <pc:sldMk cId="1881901548" sldId="261"/>
            <ac:spMk id="5" creationId="{DCB92A36-5E83-C32E-2948-93418E3D8E50}"/>
          </ac:spMkLst>
        </pc:spChg>
        <pc:spChg chg="mod">
          <ac:chgData name="AESG" userId="1195676b0870cdb9" providerId="LiveId" clId="{ECC9F8DD-0A88-4CB7-90F7-039AB83C2BCA}" dt="2026-07-09T04:12:02.519" v="77" actId="207"/>
          <ac:spMkLst>
            <pc:docMk/>
            <pc:sldMk cId="1881901548" sldId="261"/>
            <ac:spMk id="6" creationId="{D89B087A-AE09-E369-55E5-55E8F711A333}"/>
          </ac:spMkLst>
        </pc:spChg>
        <pc:spChg chg="mod">
          <ac:chgData name="AESG" userId="1195676b0870cdb9" providerId="LiveId" clId="{ECC9F8DD-0A88-4CB7-90F7-039AB83C2BCA}" dt="2026-07-09T04:12:11.181" v="79" actId="207"/>
          <ac:spMkLst>
            <pc:docMk/>
            <pc:sldMk cId="1881901548" sldId="261"/>
            <ac:spMk id="7" creationId="{3546440C-26FD-DB70-9A94-DE8BD6542652}"/>
          </ac:spMkLst>
        </pc:spChg>
      </pc:sldChg>
      <pc:sldChg chg="del">
        <pc:chgData name="AESG" userId="1195676b0870cdb9" providerId="LiveId" clId="{ECC9F8DD-0A88-4CB7-90F7-039AB83C2BCA}" dt="2026-07-08T16:16:59.709" v="0" actId="47"/>
        <pc:sldMkLst>
          <pc:docMk/>
          <pc:sldMk cId="3292096545" sldId="262"/>
        </pc:sldMkLst>
      </pc:sldChg>
      <pc:sldChg chg="del">
        <pc:chgData name="AESG" userId="1195676b0870cdb9" providerId="LiveId" clId="{ECC9F8DD-0A88-4CB7-90F7-039AB83C2BCA}" dt="2026-07-08T16:17:05.269" v="1" actId="47"/>
        <pc:sldMkLst>
          <pc:docMk/>
          <pc:sldMk cId="3814822697" sldId="263"/>
        </pc:sldMkLst>
      </pc:sldChg>
      <pc:sldChg chg="del">
        <pc:chgData name="AESG" userId="1195676b0870cdb9" providerId="LiveId" clId="{ECC9F8DD-0A88-4CB7-90F7-039AB83C2BCA}" dt="2026-07-08T16:16:59.709" v="0" actId="47"/>
        <pc:sldMkLst>
          <pc:docMk/>
          <pc:sldMk cId="1281581640" sldId="264"/>
        </pc:sldMkLst>
      </pc:sldChg>
      <pc:sldChg chg="del">
        <pc:chgData name="AESG" userId="1195676b0870cdb9" providerId="LiveId" clId="{ECC9F8DD-0A88-4CB7-90F7-039AB83C2BCA}" dt="2026-07-08T16:17:05.269" v="1" actId="47"/>
        <pc:sldMkLst>
          <pc:docMk/>
          <pc:sldMk cId="1282644888" sldId="265"/>
        </pc:sldMkLst>
      </pc:sldChg>
      <pc:sldChg chg="del">
        <pc:chgData name="AESG" userId="1195676b0870cdb9" providerId="LiveId" clId="{ECC9F8DD-0A88-4CB7-90F7-039AB83C2BCA}" dt="2026-07-08T16:16:59.709" v="0" actId="47"/>
        <pc:sldMkLst>
          <pc:docMk/>
          <pc:sldMk cId="2306347709" sldId="266"/>
        </pc:sldMkLst>
      </pc:sldChg>
      <pc:sldChg chg="del">
        <pc:chgData name="AESG" userId="1195676b0870cdb9" providerId="LiveId" clId="{ECC9F8DD-0A88-4CB7-90F7-039AB83C2BCA}" dt="2026-07-08T16:16:59.709" v="0" actId="47"/>
        <pc:sldMkLst>
          <pc:docMk/>
          <pc:sldMk cId="231556712" sldId="267"/>
        </pc:sldMkLst>
      </pc:sldChg>
      <pc:sldChg chg="del">
        <pc:chgData name="AESG" userId="1195676b0870cdb9" providerId="LiveId" clId="{ECC9F8DD-0A88-4CB7-90F7-039AB83C2BCA}" dt="2026-07-08T16:17:05.269" v="1" actId="47"/>
        <pc:sldMkLst>
          <pc:docMk/>
          <pc:sldMk cId="4085809799" sldId="268"/>
        </pc:sldMkLst>
      </pc:sldChg>
      <pc:sldChg chg="del">
        <pc:chgData name="AESG" userId="1195676b0870cdb9" providerId="LiveId" clId="{ECC9F8DD-0A88-4CB7-90F7-039AB83C2BCA}" dt="2026-07-08T16:17:05.269" v="1" actId="47"/>
        <pc:sldMkLst>
          <pc:docMk/>
          <pc:sldMk cId="4214840764" sldId="269"/>
        </pc:sldMkLst>
      </pc:sldChg>
      <pc:sldMasterChg chg="delSldLayout modSldLayout">
        <pc:chgData name="AESG" userId="1195676b0870cdb9" providerId="LiveId" clId="{ECC9F8DD-0A88-4CB7-90F7-039AB83C2BCA}" dt="2026-07-09T04:10:16.822" v="60" actId="207"/>
        <pc:sldMasterMkLst>
          <pc:docMk/>
          <pc:sldMasterMk cId="2134014981" sldId="2147483660"/>
        </pc:sldMasterMkLst>
        <pc:sldLayoutChg chg="modSp mod">
          <pc:chgData name="AESG" userId="1195676b0870cdb9" providerId="LiveId" clId="{ECC9F8DD-0A88-4CB7-90F7-039AB83C2BCA}" dt="2026-07-09T04:08:48.874" v="41" actId="207"/>
          <pc:sldLayoutMkLst>
            <pc:docMk/>
            <pc:sldMasterMk cId="2134014981" sldId="2147483660"/>
            <pc:sldLayoutMk cId="628172046" sldId="2147483686"/>
          </pc:sldLayoutMkLst>
          <pc:spChg chg="mod">
            <ac:chgData name="AESG" userId="1195676b0870cdb9" providerId="LiveId" clId="{ECC9F8DD-0A88-4CB7-90F7-039AB83C2BCA}" dt="2026-07-09T04:08:48.874" v="41" actId="207"/>
            <ac:spMkLst>
              <pc:docMk/>
              <pc:sldMasterMk cId="2134014981" sldId="2147483660"/>
              <pc:sldLayoutMk cId="628172046" sldId="2147483686"/>
              <ac:spMk id="12" creationId="{DCCBACB7-03E6-8CE7-06BD-FF653E60DC9D}"/>
            </ac:spMkLst>
          </pc:spChg>
          <pc:spChg chg="mod">
            <ac:chgData name="AESG" userId="1195676b0870cdb9" providerId="LiveId" clId="{ECC9F8DD-0A88-4CB7-90F7-039AB83C2BCA}" dt="2026-07-09T04:08:45.476" v="40" actId="207"/>
            <ac:spMkLst>
              <pc:docMk/>
              <pc:sldMasterMk cId="2134014981" sldId="2147483660"/>
              <pc:sldLayoutMk cId="628172046" sldId="2147483686"/>
              <ac:spMk id="15" creationId="{19F05E86-02C4-94C2-C36F-2C14D92405B8}"/>
            </ac:spMkLst>
          </pc:spChg>
          <pc:spChg chg="mod">
            <ac:chgData name="AESG" userId="1195676b0870cdb9" providerId="LiveId" clId="{ECC9F8DD-0A88-4CB7-90F7-039AB83C2BCA}" dt="2026-07-09T04:08:43.218" v="39" actId="207"/>
            <ac:spMkLst>
              <pc:docMk/>
              <pc:sldMasterMk cId="2134014981" sldId="2147483660"/>
              <pc:sldLayoutMk cId="628172046" sldId="2147483686"/>
              <ac:spMk id="21" creationId="{D55483FB-1309-5854-D004-4ACBCE130EEA}"/>
            </ac:spMkLst>
          </pc:spChg>
          <pc:spChg chg="mod">
            <ac:chgData name="AESG" userId="1195676b0870cdb9" providerId="LiveId" clId="{ECC9F8DD-0A88-4CB7-90F7-039AB83C2BCA}" dt="2026-07-09T04:08:40.788" v="38" actId="207"/>
            <ac:spMkLst>
              <pc:docMk/>
              <pc:sldMasterMk cId="2134014981" sldId="2147483660"/>
              <pc:sldLayoutMk cId="628172046" sldId="2147483686"/>
              <ac:spMk id="24" creationId="{5FC1B79B-5A49-74BD-05CC-DA6F9DCB3593}"/>
            </ac:spMkLst>
          </pc:spChg>
          <pc:spChg chg="mod">
            <ac:chgData name="AESG" userId="1195676b0870cdb9" providerId="LiveId" clId="{ECC9F8DD-0A88-4CB7-90F7-039AB83C2BCA}" dt="2026-07-09T04:08:35.600" v="36" actId="207"/>
            <ac:spMkLst>
              <pc:docMk/>
              <pc:sldMasterMk cId="2134014981" sldId="2147483660"/>
              <pc:sldLayoutMk cId="628172046" sldId="2147483686"/>
              <ac:spMk id="26" creationId="{DE3B80D7-CAD0-E017-29AA-33C2BDC21607}"/>
            </ac:spMkLst>
          </pc:spChg>
          <pc:spChg chg="mod">
            <ac:chgData name="AESG" userId="1195676b0870cdb9" providerId="LiveId" clId="{ECC9F8DD-0A88-4CB7-90F7-039AB83C2BCA}" dt="2026-07-09T04:08:38.122" v="37" actId="207"/>
            <ac:spMkLst>
              <pc:docMk/>
              <pc:sldMasterMk cId="2134014981" sldId="2147483660"/>
              <pc:sldLayoutMk cId="628172046" sldId="2147483686"/>
              <ac:spMk id="28" creationId="{C94D1598-26AE-5126-E48B-2BE28E6AF77B}"/>
            </ac:spMkLst>
          </pc:spChg>
        </pc:sldLayoutChg>
        <pc:sldLayoutChg chg="modSp mod">
          <pc:chgData name="AESG" userId="1195676b0870cdb9" providerId="LiveId" clId="{ECC9F8DD-0A88-4CB7-90F7-039AB83C2BCA}" dt="2026-07-09T04:09:09.490" v="44" actId="207"/>
          <pc:sldLayoutMkLst>
            <pc:docMk/>
            <pc:sldMasterMk cId="2134014981" sldId="2147483660"/>
            <pc:sldLayoutMk cId="383537902" sldId="2147483687"/>
          </pc:sldLayoutMkLst>
          <pc:spChg chg="mod">
            <ac:chgData name="AESG" userId="1195676b0870cdb9" providerId="LiveId" clId="{ECC9F8DD-0A88-4CB7-90F7-039AB83C2BCA}" dt="2026-07-09T04:09:03.785" v="42" actId="207"/>
            <ac:spMkLst>
              <pc:docMk/>
              <pc:sldMasterMk cId="2134014981" sldId="2147483660"/>
              <pc:sldLayoutMk cId="383537902" sldId="2147483687"/>
              <ac:spMk id="6" creationId="{55D3FDCE-71A9-EC13-6BD3-D135E4103C20}"/>
            </ac:spMkLst>
          </pc:spChg>
          <pc:spChg chg="mod">
            <ac:chgData name="AESG" userId="1195676b0870cdb9" providerId="LiveId" clId="{ECC9F8DD-0A88-4CB7-90F7-039AB83C2BCA}" dt="2026-07-09T04:09:06.344" v="43" actId="207"/>
            <ac:spMkLst>
              <pc:docMk/>
              <pc:sldMasterMk cId="2134014981" sldId="2147483660"/>
              <pc:sldLayoutMk cId="383537902" sldId="2147483687"/>
              <ac:spMk id="8" creationId="{BDF389F7-2240-79B5-6FB8-E0C4F6DA865F}"/>
            </ac:spMkLst>
          </pc:spChg>
          <pc:spChg chg="mod">
            <ac:chgData name="AESG" userId="1195676b0870cdb9" providerId="LiveId" clId="{ECC9F8DD-0A88-4CB7-90F7-039AB83C2BCA}" dt="2026-07-09T04:09:09.490" v="44" actId="207"/>
            <ac:spMkLst>
              <pc:docMk/>
              <pc:sldMasterMk cId="2134014981" sldId="2147483660"/>
              <pc:sldLayoutMk cId="383537902" sldId="2147483687"/>
              <ac:spMk id="9" creationId="{342153FC-2D70-3EA7-F740-6E5BF52DE7A4}"/>
            </ac:spMkLst>
          </pc:spChg>
        </pc:sldLayoutChg>
        <pc:sldLayoutChg chg="modSp mod">
          <pc:chgData name="AESG" userId="1195676b0870cdb9" providerId="LiveId" clId="{ECC9F8DD-0A88-4CB7-90F7-039AB83C2BCA}" dt="2026-07-09T04:06:45.650" v="12" actId="207"/>
          <pc:sldLayoutMkLst>
            <pc:docMk/>
            <pc:sldMasterMk cId="2134014981" sldId="2147483660"/>
            <pc:sldLayoutMk cId="976566031" sldId="2147483688"/>
          </pc:sldLayoutMkLst>
          <pc:spChg chg="mod">
            <ac:chgData name="AESG" userId="1195676b0870cdb9" providerId="LiveId" clId="{ECC9F8DD-0A88-4CB7-90F7-039AB83C2BCA}" dt="2026-07-09T04:06:42.652" v="11" actId="207"/>
            <ac:spMkLst>
              <pc:docMk/>
              <pc:sldMasterMk cId="2134014981" sldId="2147483660"/>
              <pc:sldLayoutMk cId="976566031" sldId="2147483688"/>
              <ac:spMk id="7" creationId="{99C8204B-8E10-5474-4467-570E5F5BA4C5}"/>
            </ac:spMkLst>
          </pc:spChg>
          <pc:spChg chg="mod">
            <ac:chgData name="AESG" userId="1195676b0870cdb9" providerId="LiveId" clId="{ECC9F8DD-0A88-4CB7-90F7-039AB83C2BCA}" dt="2026-07-09T04:06:21.253" v="4" actId="207"/>
            <ac:spMkLst>
              <pc:docMk/>
              <pc:sldMasterMk cId="2134014981" sldId="2147483660"/>
              <pc:sldLayoutMk cId="976566031" sldId="2147483688"/>
              <ac:spMk id="15" creationId="{19F05E86-02C4-94C2-C36F-2C14D92405B8}"/>
            </ac:spMkLst>
          </pc:spChg>
          <pc:spChg chg="mod">
            <ac:chgData name="AESG" userId="1195676b0870cdb9" providerId="LiveId" clId="{ECC9F8DD-0A88-4CB7-90F7-039AB83C2BCA}" dt="2026-07-09T04:06:33.124" v="8" actId="207"/>
            <ac:spMkLst>
              <pc:docMk/>
              <pc:sldMasterMk cId="2134014981" sldId="2147483660"/>
              <pc:sldLayoutMk cId="976566031" sldId="2147483688"/>
              <ac:spMk id="19" creationId="{6F37FA35-1794-59AA-DFB7-40F40B55F716}"/>
            </ac:spMkLst>
          </pc:spChg>
          <pc:spChg chg="mod">
            <ac:chgData name="AESG" userId="1195676b0870cdb9" providerId="LiveId" clId="{ECC9F8DD-0A88-4CB7-90F7-039AB83C2BCA}" dt="2026-07-09T04:06:45.650" v="12" actId="207"/>
            <ac:spMkLst>
              <pc:docMk/>
              <pc:sldMasterMk cId="2134014981" sldId="2147483660"/>
              <pc:sldLayoutMk cId="976566031" sldId="2147483688"/>
              <ac:spMk id="21" creationId="{D55483FB-1309-5854-D004-4ACBCE130EEA}"/>
            </ac:spMkLst>
          </pc:spChg>
          <pc:spChg chg="mod">
            <ac:chgData name="AESG" userId="1195676b0870cdb9" providerId="LiveId" clId="{ECC9F8DD-0A88-4CB7-90F7-039AB83C2BCA}" dt="2026-07-09T04:06:36.178" v="9" actId="207"/>
            <ac:spMkLst>
              <pc:docMk/>
              <pc:sldMasterMk cId="2134014981" sldId="2147483660"/>
              <pc:sldLayoutMk cId="976566031" sldId="2147483688"/>
              <ac:spMk id="22" creationId="{7EC983F9-DBF0-EF81-9329-AC98014DEBA6}"/>
            </ac:spMkLst>
          </pc:spChg>
          <pc:spChg chg="mod">
            <ac:chgData name="AESG" userId="1195676b0870cdb9" providerId="LiveId" clId="{ECC9F8DD-0A88-4CB7-90F7-039AB83C2BCA}" dt="2026-07-09T04:06:30.714" v="7" actId="207"/>
            <ac:spMkLst>
              <pc:docMk/>
              <pc:sldMasterMk cId="2134014981" sldId="2147483660"/>
              <pc:sldLayoutMk cId="976566031" sldId="2147483688"/>
              <ac:spMk id="25" creationId="{4E5ED969-CFE1-6266-CDFB-3DBB0E552186}"/>
            </ac:spMkLst>
          </pc:spChg>
          <pc:spChg chg="mod">
            <ac:chgData name="AESG" userId="1195676b0870cdb9" providerId="LiveId" clId="{ECC9F8DD-0A88-4CB7-90F7-039AB83C2BCA}" dt="2026-07-09T04:06:39.656" v="10" actId="207"/>
            <ac:spMkLst>
              <pc:docMk/>
              <pc:sldMasterMk cId="2134014981" sldId="2147483660"/>
              <pc:sldLayoutMk cId="976566031" sldId="2147483688"/>
              <ac:spMk id="26" creationId="{DE3B80D7-CAD0-E017-29AA-33C2BDC21607}"/>
            </ac:spMkLst>
          </pc:spChg>
          <pc:spChg chg="mod">
            <ac:chgData name="AESG" userId="1195676b0870cdb9" providerId="LiveId" clId="{ECC9F8DD-0A88-4CB7-90F7-039AB83C2BCA}" dt="2026-07-09T04:06:15.895" v="2" actId="207"/>
            <ac:spMkLst>
              <pc:docMk/>
              <pc:sldMasterMk cId="2134014981" sldId="2147483660"/>
              <pc:sldLayoutMk cId="976566031" sldId="2147483688"/>
              <ac:spMk id="28" creationId="{C94D1598-26AE-5126-E48B-2BE28E6AF77B}"/>
            </ac:spMkLst>
          </pc:spChg>
        </pc:sldLayoutChg>
        <pc:sldLayoutChg chg="modSp mod">
          <pc:chgData name="AESG" userId="1195676b0870cdb9" providerId="LiveId" clId="{ECC9F8DD-0A88-4CB7-90F7-039AB83C2BCA}" dt="2026-07-09T04:07:10.947" v="18" actId="207"/>
          <pc:sldLayoutMkLst>
            <pc:docMk/>
            <pc:sldMasterMk cId="2134014981" sldId="2147483660"/>
            <pc:sldLayoutMk cId="482473222" sldId="2147483689"/>
          </pc:sldLayoutMkLst>
          <pc:spChg chg="mod">
            <ac:chgData name="AESG" userId="1195676b0870cdb9" providerId="LiveId" clId="{ECC9F8DD-0A88-4CB7-90F7-039AB83C2BCA}" dt="2026-07-09T04:07:05.008" v="16" actId="207"/>
            <ac:spMkLst>
              <pc:docMk/>
              <pc:sldMasterMk cId="2134014981" sldId="2147483660"/>
              <pc:sldLayoutMk cId="482473222" sldId="2147483689"/>
              <ac:spMk id="2" creationId="{C111B336-F22C-4DF3-0D34-6D0178F49F96}"/>
            </ac:spMkLst>
          </pc:spChg>
          <pc:spChg chg="mod">
            <ac:chgData name="AESG" userId="1195676b0870cdb9" providerId="LiveId" clId="{ECC9F8DD-0A88-4CB7-90F7-039AB83C2BCA}" dt="2026-07-09T04:07:07.943" v="17" actId="207"/>
            <ac:spMkLst>
              <pc:docMk/>
              <pc:sldMasterMk cId="2134014981" sldId="2147483660"/>
              <pc:sldLayoutMk cId="482473222" sldId="2147483689"/>
              <ac:spMk id="5" creationId="{F653564C-04B9-2858-26F2-8859B2FF894A}"/>
            </ac:spMkLst>
          </pc:spChg>
          <pc:spChg chg="mod">
            <ac:chgData name="AESG" userId="1195676b0870cdb9" providerId="LiveId" clId="{ECC9F8DD-0A88-4CB7-90F7-039AB83C2BCA}" dt="2026-07-09T04:06:56.428" v="13" actId="207"/>
            <ac:spMkLst>
              <pc:docMk/>
              <pc:sldMasterMk cId="2134014981" sldId="2147483660"/>
              <pc:sldLayoutMk cId="482473222" sldId="2147483689"/>
              <ac:spMk id="6" creationId="{55D3FDCE-71A9-EC13-6BD3-D135E4103C20}"/>
            </ac:spMkLst>
          </pc:spChg>
          <pc:spChg chg="mod">
            <ac:chgData name="AESG" userId="1195676b0870cdb9" providerId="LiveId" clId="{ECC9F8DD-0A88-4CB7-90F7-039AB83C2BCA}" dt="2026-07-09T04:07:10.947" v="18" actId="207"/>
            <ac:spMkLst>
              <pc:docMk/>
              <pc:sldMasterMk cId="2134014981" sldId="2147483660"/>
              <pc:sldLayoutMk cId="482473222" sldId="2147483689"/>
              <ac:spMk id="7" creationId="{20BCF600-A2C3-78E9-F484-FE6586D7B287}"/>
            </ac:spMkLst>
          </pc:spChg>
          <pc:spChg chg="mod">
            <ac:chgData name="AESG" userId="1195676b0870cdb9" providerId="LiveId" clId="{ECC9F8DD-0A88-4CB7-90F7-039AB83C2BCA}" dt="2026-07-09T04:06:59.216" v="14" actId="207"/>
            <ac:spMkLst>
              <pc:docMk/>
              <pc:sldMasterMk cId="2134014981" sldId="2147483660"/>
              <pc:sldLayoutMk cId="482473222" sldId="2147483689"/>
              <ac:spMk id="8" creationId="{BDF389F7-2240-79B5-6FB8-E0C4F6DA865F}"/>
            </ac:spMkLst>
          </pc:spChg>
          <pc:spChg chg="mod">
            <ac:chgData name="AESG" userId="1195676b0870cdb9" providerId="LiveId" clId="{ECC9F8DD-0A88-4CB7-90F7-039AB83C2BCA}" dt="2026-07-09T04:07:02.184" v="15" actId="207"/>
            <ac:spMkLst>
              <pc:docMk/>
              <pc:sldMasterMk cId="2134014981" sldId="2147483660"/>
              <pc:sldLayoutMk cId="482473222" sldId="2147483689"/>
              <ac:spMk id="9" creationId="{342153FC-2D70-3EA7-F740-6E5BF52DE7A4}"/>
            </ac:spMkLst>
          </pc:spChg>
        </pc:sldLayoutChg>
        <pc:sldLayoutChg chg="del">
          <pc:chgData name="AESG" userId="1195676b0870cdb9" providerId="LiveId" clId="{ECC9F8DD-0A88-4CB7-90F7-039AB83C2BCA}" dt="2026-07-08T16:16:59.709" v="0" actId="47"/>
          <pc:sldLayoutMkLst>
            <pc:docMk/>
            <pc:sldMasterMk cId="2134014981" sldId="2147483660"/>
            <pc:sldLayoutMk cId="1856597383" sldId="2147483690"/>
          </pc:sldLayoutMkLst>
        </pc:sldLayoutChg>
        <pc:sldLayoutChg chg="modSp mod">
          <pc:chgData name="AESG" userId="1195676b0870cdb9" providerId="LiveId" clId="{ECC9F8DD-0A88-4CB7-90F7-039AB83C2BCA}" dt="2026-07-09T04:10:16.822" v="60" actId="207"/>
          <pc:sldLayoutMkLst>
            <pc:docMk/>
            <pc:sldMasterMk cId="2134014981" sldId="2147483660"/>
            <pc:sldLayoutMk cId="1650283045" sldId="2147483691"/>
          </pc:sldLayoutMkLst>
          <pc:spChg chg="mod">
            <ac:chgData name="AESG" userId="1195676b0870cdb9" providerId="LiveId" clId="{ECC9F8DD-0A88-4CB7-90F7-039AB83C2BCA}" dt="2026-07-09T04:09:59.619" v="56" actId="207"/>
            <ac:spMkLst>
              <pc:docMk/>
              <pc:sldMasterMk cId="2134014981" sldId="2147483660"/>
              <pc:sldLayoutMk cId="1650283045" sldId="2147483691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10:02.761" v="57" actId="207"/>
            <ac:spMkLst>
              <pc:docMk/>
              <pc:sldMasterMk cId="2134014981" sldId="2147483660"/>
              <pc:sldLayoutMk cId="1650283045" sldId="2147483691"/>
              <ac:spMk id="9" creationId="{171D177E-9C0D-B31F-6B0C-699343DCEC83}"/>
            </ac:spMkLst>
          </pc:spChg>
          <pc:spChg chg="mod">
            <ac:chgData name="AESG" userId="1195676b0870cdb9" providerId="LiveId" clId="{ECC9F8DD-0A88-4CB7-90F7-039AB83C2BCA}" dt="2026-07-09T04:10:04.741" v="58" actId="207"/>
            <ac:spMkLst>
              <pc:docMk/>
              <pc:sldMasterMk cId="2134014981" sldId="2147483660"/>
              <pc:sldLayoutMk cId="1650283045" sldId="2147483691"/>
              <ac:spMk id="11" creationId="{95528E5D-46DB-9BF7-C483-7A035EE757B8}"/>
            </ac:spMkLst>
          </pc:spChg>
          <pc:spChg chg="mod">
            <ac:chgData name="AESG" userId="1195676b0870cdb9" providerId="LiveId" clId="{ECC9F8DD-0A88-4CB7-90F7-039AB83C2BCA}" dt="2026-07-09T04:10:06.899" v="59" actId="207"/>
            <ac:spMkLst>
              <pc:docMk/>
              <pc:sldMasterMk cId="2134014981" sldId="2147483660"/>
              <pc:sldLayoutMk cId="1650283045" sldId="2147483691"/>
              <ac:spMk id="13" creationId="{7C86389A-39F5-4D25-22FD-27E97AF2EABC}"/>
            </ac:spMkLst>
          </pc:spChg>
          <pc:spChg chg="mod">
            <ac:chgData name="AESG" userId="1195676b0870cdb9" providerId="LiveId" clId="{ECC9F8DD-0A88-4CB7-90F7-039AB83C2BCA}" dt="2026-07-09T04:10:16.822" v="60" actId="207"/>
            <ac:spMkLst>
              <pc:docMk/>
              <pc:sldMasterMk cId="2134014981" sldId="2147483660"/>
              <pc:sldLayoutMk cId="1650283045" sldId="2147483691"/>
              <ac:spMk id="19" creationId="{414E3EDB-AEE0-9DCE-E3EE-C3CBC06FD62E}"/>
            </ac:spMkLst>
          </pc:spChg>
        </pc:sldLayoutChg>
        <pc:sldLayoutChg chg="modSp mod">
          <pc:chgData name="AESG" userId="1195676b0870cdb9" providerId="LiveId" clId="{ECC9F8DD-0A88-4CB7-90F7-039AB83C2BCA}" dt="2026-07-09T04:08:16.657" v="32" actId="207"/>
          <pc:sldLayoutMkLst>
            <pc:docMk/>
            <pc:sldMasterMk cId="2134014981" sldId="2147483660"/>
            <pc:sldLayoutMk cId="1338315537" sldId="2147483692"/>
          </pc:sldLayoutMkLst>
          <pc:spChg chg="mod">
            <ac:chgData name="AESG" userId="1195676b0870cdb9" providerId="LiveId" clId="{ECC9F8DD-0A88-4CB7-90F7-039AB83C2BCA}" dt="2026-07-09T04:08:14.238" v="31" actId="207"/>
            <ac:spMkLst>
              <pc:docMk/>
              <pc:sldMasterMk cId="2134014981" sldId="2147483660"/>
              <pc:sldLayoutMk cId="1338315537" sldId="2147483692"/>
              <ac:spMk id="11" creationId="{95528E5D-46DB-9BF7-C483-7A035EE757B8}"/>
            </ac:spMkLst>
          </pc:spChg>
          <pc:spChg chg="mod">
            <ac:chgData name="AESG" userId="1195676b0870cdb9" providerId="LiveId" clId="{ECC9F8DD-0A88-4CB7-90F7-039AB83C2BCA}" dt="2026-07-09T04:08:16.657" v="32" actId="207"/>
            <ac:spMkLst>
              <pc:docMk/>
              <pc:sldMasterMk cId="2134014981" sldId="2147483660"/>
              <pc:sldLayoutMk cId="1338315537" sldId="2147483692"/>
              <ac:spMk id="14" creationId="{95ACE83D-2A1B-1907-8C7F-682B80DB4FE9}"/>
            </ac:spMkLst>
          </pc:spChg>
          <pc:spChg chg="mod">
            <ac:chgData name="AESG" userId="1195676b0870cdb9" providerId="LiveId" clId="{ECC9F8DD-0A88-4CB7-90F7-039AB83C2BCA}" dt="2026-07-09T04:07:49.545" v="25" actId="207"/>
            <ac:spMkLst>
              <pc:docMk/>
              <pc:sldMasterMk cId="2134014981" sldId="2147483660"/>
              <pc:sldLayoutMk cId="1338315537" sldId="2147483692"/>
              <ac:spMk id="19" creationId="{414E3EDB-AEE0-9DCE-E3EE-C3CBC06FD62E}"/>
            </ac:spMkLst>
          </pc:spChg>
          <pc:spChg chg="mod">
            <ac:chgData name="AESG" userId="1195676b0870cdb9" providerId="LiveId" clId="{ECC9F8DD-0A88-4CB7-90F7-039AB83C2BCA}" dt="2026-07-09T04:07:59.573" v="27" actId="207"/>
            <ac:spMkLst>
              <pc:docMk/>
              <pc:sldMasterMk cId="2134014981" sldId="2147483660"/>
              <pc:sldLayoutMk cId="1338315537" sldId="2147483692"/>
              <ac:spMk id="21" creationId="{6EA90496-529A-5C11-6CBC-F9B04326A8BB}"/>
            </ac:spMkLst>
          </pc:spChg>
          <pc:spChg chg="mod">
            <ac:chgData name="AESG" userId="1195676b0870cdb9" providerId="LiveId" clId="{ECC9F8DD-0A88-4CB7-90F7-039AB83C2BCA}" dt="2026-07-09T04:08:03.122" v="28" actId="207"/>
            <ac:spMkLst>
              <pc:docMk/>
              <pc:sldMasterMk cId="2134014981" sldId="2147483660"/>
              <pc:sldLayoutMk cId="1338315537" sldId="2147483692"/>
              <ac:spMk id="23" creationId="{91EA548B-AD27-0CF3-7EE1-D41DC705AB62}"/>
            </ac:spMkLst>
          </pc:spChg>
          <pc:spChg chg="mod">
            <ac:chgData name="AESG" userId="1195676b0870cdb9" providerId="LiveId" clId="{ECC9F8DD-0A88-4CB7-90F7-039AB83C2BCA}" dt="2026-07-09T04:08:08.889" v="29" actId="207"/>
            <ac:spMkLst>
              <pc:docMk/>
              <pc:sldMasterMk cId="2134014981" sldId="2147483660"/>
              <pc:sldLayoutMk cId="1338315537" sldId="2147483692"/>
              <ac:spMk id="26" creationId="{EB2A6C43-16D3-3D83-BAFA-1729F0E4447F}"/>
            </ac:spMkLst>
          </pc:spChg>
          <pc:spChg chg="mod">
            <ac:chgData name="AESG" userId="1195676b0870cdb9" providerId="LiveId" clId="{ECC9F8DD-0A88-4CB7-90F7-039AB83C2BCA}" dt="2026-07-09T04:08:11.433" v="30" actId="207"/>
            <ac:spMkLst>
              <pc:docMk/>
              <pc:sldMasterMk cId="2134014981" sldId="2147483660"/>
              <pc:sldLayoutMk cId="1338315537" sldId="2147483692"/>
              <ac:spMk id="28" creationId="{2B4D5A16-1059-E2CE-1455-E9BEEBA8B557}"/>
            </ac:spMkLst>
          </pc:spChg>
        </pc:sldLayoutChg>
        <pc:sldLayoutChg chg="modSp mod">
          <pc:chgData name="AESG" userId="1195676b0870cdb9" providerId="LiveId" clId="{ECC9F8DD-0A88-4CB7-90F7-039AB83C2BCA}" dt="2026-07-09T04:07:41.148" v="24" actId="207"/>
          <pc:sldLayoutMkLst>
            <pc:docMk/>
            <pc:sldMasterMk cId="2134014981" sldId="2147483660"/>
            <pc:sldLayoutMk cId="4155418842" sldId="2147483694"/>
          </pc:sldLayoutMkLst>
          <pc:spChg chg="mod">
            <ac:chgData name="AESG" userId="1195676b0870cdb9" providerId="LiveId" clId="{ECC9F8DD-0A88-4CB7-90F7-039AB83C2BCA}" dt="2026-07-09T04:07:19.328" v="20" actId="207"/>
            <ac:spMkLst>
              <pc:docMk/>
              <pc:sldMasterMk cId="2134014981" sldId="2147483660"/>
              <pc:sldLayoutMk cId="4155418842" sldId="2147483694"/>
              <ac:spMk id="7" creationId="{99C8204B-8E10-5474-4467-570E5F5BA4C5}"/>
            </ac:spMkLst>
          </pc:spChg>
          <pc:spChg chg="mod">
            <ac:chgData name="AESG" userId="1195676b0870cdb9" providerId="LiveId" clId="{ECC9F8DD-0A88-4CB7-90F7-039AB83C2BCA}" dt="2026-07-09T04:07:15.983" v="19" actId="207"/>
            <ac:spMkLst>
              <pc:docMk/>
              <pc:sldMasterMk cId="2134014981" sldId="2147483660"/>
              <pc:sldLayoutMk cId="4155418842" sldId="2147483694"/>
              <ac:spMk id="15" creationId="{19F05E86-02C4-94C2-C36F-2C14D92405B8}"/>
            </ac:spMkLst>
          </pc:spChg>
          <pc:spChg chg="mod">
            <ac:chgData name="AESG" userId="1195676b0870cdb9" providerId="LiveId" clId="{ECC9F8DD-0A88-4CB7-90F7-039AB83C2BCA}" dt="2026-07-09T04:07:34.224" v="23" actId="207"/>
            <ac:spMkLst>
              <pc:docMk/>
              <pc:sldMasterMk cId="2134014981" sldId="2147483660"/>
              <pc:sldLayoutMk cId="4155418842" sldId="2147483694"/>
              <ac:spMk id="19" creationId="{6F37FA35-1794-59AA-DFB7-40F40B55F716}"/>
            </ac:spMkLst>
          </pc:spChg>
          <pc:spChg chg="mod">
            <ac:chgData name="AESG" userId="1195676b0870cdb9" providerId="LiveId" clId="{ECC9F8DD-0A88-4CB7-90F7-039AB83C2BCA}" dt="2026-07-09T04:07:22.656" v="21" actId="207"/>
            <ac:spMkLst>
              <pc:docMk/>
              <pc:sldMasterMk cId="2134014981" sldId="2147483660"/>
              <pc:sldLayoutMk cId="4155418842" sldId="2147483694"/>
              <ac:spMk id="21" creationId="{D55483FB-1309-5854-D004-4ACBCE130EEA}"/>
            </ac:spMkLst>
          </pc:spChg>
          <pc:spChg chg="mod">
            <ac:chgData name="AESG" userId="1195676b0870cdb9" providerId="LiveId" clId="{ECC9F8DD-0A88-4CB7-90F7-039AB83C2BCA}" dt="2026-07-09T04:07:41.148" v="24" actId="207"/>
            <ac:spMkLst>
              <pc:docMk/>
              <pc:sldMasterMk cId="2134014981" sldId="2147483660"/>
              <pc:sldLayoutMk cId="4155418842" sldId="2147483694"/>
              <ac:spMk id="25" creationId="{4E5ED969-CFE1-6266-CDFB-3DBB0E552186}"/>
            </ac:spMkLst>
          </pc:spChg>
          <pc:spChg chg="mod">
            <ac:chgData name="AESG" userId="1195676b0870cdb9" providerId="LiveId" clId="{ECC9F8DD-0A88-4CB7-90F7-039AB83C2BCA}" dt="2026-07-09T04:07:26.243" v="22" actId="207"/>
            <ac:spMkLst>
              <pc:docMk/>
              <pc:sldMasterMk cId="2134014981" sldId="2147483660"/>
              <pc:sldLayoutMk cId="4155418842" sldId="2147483694"/>
              <ac:spMk id="26" creationId="{DE3B80D7-CAD0-E017-29AA-33C2BDC21607}"/>
            </ac:spMkLst>
          </pc:spChg>
        </pc:sldLayoutChg>
        <pc:sldLayoutChg chg="modSp mod">
          <pc:chgData name="AESG" userId="1195676b0870cdb9" providerId="LiveId" clId="{ECC9F8DD-0A88-4CB7-90F7-039AB83C2BCA}" dt="2026-07-09T04:09:41.135" v="52" actId="207"/>
          <pc:sldLayoutMkLst>
            <pc:docMk/>
            <pc:sldMasterMk cId="2134014981" sldId="2147483660"/>
            <pc:sldLayoutMk cId="1005321478" sldId="2147483695"/>
          </pc:sldLayoutMkLst>
          <pc:spChg chg="mod">
            <ac:chgData name="AESG" userId="1195676b0870cdb9" providerId="LiveId" clId="{ECC9F8DD-0A88-4CB7-90F7-039AB83C2BCA}" dt="2026-07-09T04:09:15.462" v="45" actId="207"/>
            <ac:spMkLst>
              <pc:docMk/>
              <pc:sldMasterMk cId="2134014981" sldId="2147483660"/>
              <pc:sldLayoutMk cId="1005321478" sldId="2147483695"/>
              <ac:spMk id="12" creationId="{DCCBACB7-03E6-8CE7-06BD-FF653E60DC9D}"/>
            </ac:spMkLst>
          </pc:spChg>
          <pc:spChg chg="mod">
            <ac:chgData name="AESG" userId="1195676b0870cdb9" providerId="LiveId" clId="{ECC9F8DD-0A88-4CB7-90F7-039AB83C2BCA}" dt="2026-07-09T04:09:41.135" v="52" actId="207"/>
            <ac:spMkLst>
              <pc:docMk/>
              <pc:sldMasterMk cId="2134014981" sldId="2147483660"/>
              <pc:sldLayoutMk cId="1005321478" sldId="2147483695"/>
              <ac:spMk id="15" creationId="{19F05E86-02C4-94C2-C36F-2C14D92405B8}"/>
            </ac:spMkLst>
          </pc:spChg>
          <pc:spChg chg="mod">
            <ac:chgData name="AESG" userId="1195676b0870cdb9" providerId="LiveId" clId="{ECC9F8DD-0A88-4CB7-90F7-039AB83C2BCA}" dt="2026-07-09T04:09:27.155" v="47" actId="207"/>
            <ac:spMkLst>
              <pc:docMk/>
              <pc:sldMasterMk cId="2134014981" sldId="2147483660"/>
              <pc:sldLayoutMk cId="1005321478" sldId="2147483695"/>
              <ac:spMk id="21" creationId="{D55483FB-1309-5854-D004-4ACBCE130EEA}"/>
            </ac:spMkLst>
          </pc:spChg>
          <pc:spChg chg="mod">
            <ac:chgData name="AESG" userId="1195676b0870cdb9" providerId="LiveId" clId="{ECC9F8DD-0A88-4CB7-90F7-039AB83C2BCA}" dt="2026-07-09T04:09:38.084" v="51" actId="207"/>
            <ac:spMkLst>
              <pc:docMk/>
              <pc:sldMasterMk cId="2134014981" sldId="2147483660"/>
              <pc:sldLayoutMk cId="1005321478" sldId="2147483695"/>
              <ac:spMk id="24" creationId="{5FC1B79B-5A49-74BD-05CC-DA6F9DCB3593}"/>
            </ac:spMkLst>
          </pc:spChg>
          <pc:spChg chg="mod">
            <ac:chgData name="AESG" userId="1195676b0870cdb9" providerId="LiveId" clId="{ECC9F8DD-0A88-4CB7-90F7-039AB83C2BCA}" dt="2026-07-09T04:09:32.336" v="49" actId="207"/>
            <ac:spMkLst>
              <pc:docMk/>
              <pc:sldMasterMk cId="2134014981" sldId="2147483660"/>
              <pc:sldLayoutMk cId="1005321478" sldId="2147483695"/>
              <ac:spMk id="26" creationId="{DE3B80D7-CAD0-E017-29AA-33C2BDC21607}"/>
            </ac:spMkLst>
          </pc:spChg>
          <pc:spChg chg="mod">
            <ac:chgData name="AESG" userId="1195676b0870cdb9" providerId="LiveId" clId="{ECC9F8DD-0A88-4CB7-90F7-039AB83C2BCA}" dt="2026-07-09T04:09:35.348" v="50" actId="207"/>
            <ac:spMkLst>
              <pc:docMk/>
              <pc:sldMasterMk cId="2134014981" sldId="2147483660"/>
              <pc:sldLayoutMk cId="1005321478" sldId="2147483695"/>
              <ac:spMk id="28" creationId="{C94D1598-26AE-5126-E48B-2BE28E6AF77B}"/>
            </ac:spMkLst>
          </pc:spChg>
        </pc:sldLayoutChg>
        <pc:sldLayoutChg chg="modSp mod">
          <pc:chgData name="AESG" userId="1195676b0870cdb9" providerId="LiveId" clId="{ECC9F8DD-0A88-4CB7-90F7-039AB83C2BCA}" dt="2026-07-09T04:09:53.946" v="55" actId="207"/>
          <pc:sldLayoutMkLst>
            <pc:docMk/>
            <pc:sldMasterMk cId="2134014981" sldId="2147483660"/>
            <pc:sldLayoutMk cId="607250629" sldId="2147483696"/>
          </pc:sldLayoutMkLst>
          <pc:spChg chg="mod">
            <ac:chgData name="AESG" userId="1195676b0870cdb9" providerId="LiveId" clId="{ECC9F8DD-0A88-4CB7-90F7-039AB83C2BCA}" dt="2026-07-09T04:09:48.135" v="53" actId="207"/>
            <ac:spMkLst>
              <pc:docMk/>
              <pc:sldMasterMk cId="2134014981" sldId="2147483660"/>
              <pc:sldLayoutMk cId="607250629" sldId="2147483696"/>
              <ac:spMk id="6" creationId="{55D3FDCE-71A9-EC13-6BD3-D135E4103C20}"/>
            </ac:spMkLst>
          </pc:spChg>
          <pc:spChg chg="mod">
            <ac:chgData name="AESG" userId="1195676b0870cdb9" providerId="LiveId" clId="{ECC9F8DD-0A88-4CB7-90F7-039AB83C2BCA}" dt="2026-07-09T04:09:50.850" v="54" actId="207"/>
            <ac:spMkLst>
              <pc:docMk/>
              <pc:sldMasterMk cId="2134014981" sldId="2147483660"/>
              <pc:sldLayoutMk cId="607250629" sldId="2147483696"/>
              <ac:spMk id="8" creationId="{BDF389F7-2240-79B5-6FB8-E0C4F6DA865F}"/>
            </ac:spMkLst>
          </pc:spChg>
          <pc:spChg chg="mod">
            <ac:chgData name="AESG" userId="1195676b0870cdb9" providerId="LiveId" clId="{ECC9F8DD-0A88-4CB7-90F7-039AB83C2BCA}" dt="2026-07-09T04:09:53.946" v="55" actId="207"/>
            <ac:spMkLst>
              <pc:docMk/>
              <pc:sldMasterMk cId="2134014981" sldId="2147483660"/>
              <pc:sldLayoutMk cId="607250629" sldId="2147483696"/>
              <ac:spMk id="9" creationId="{342153FC-2D70-3EA7-F740-6E5BF52DE7A4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5F085D-76DE-8BEF-1006-83FFD7D72D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28AF0-4409-62C0-EC5E-A1DDE864FF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DB8A9-7B00-46F7-82A1-A8C595CC02EF}" type="datetimeFigureOut">
              <a:rPr lang="en-AE" smtClean="0"/>
              <a:t>09/07/2026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EB80-5F76-776B-1B5D-F08727463D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6CA9B-0B41-C5E1-1E04-958C25F82D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E3197-5A01-498A-9983-4B7DD58A00A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851540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B24BF-CD08-4991-B7E5-F2E5B0AEB33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7FF47-984F-4434-854A-87942439D8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77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504386-4B5D-A4A3-0FB4-8513A529047A}"/>
              </a:ext>
            </a:extLst>
          </p:cNvPr>
          <p:cNvSpPr/>
          <p:nvPr userDrawn="1"/>
        </p:nvSpPr>
        <p:spPr>
          <a:xfrm>
            <a:off x="0" y="1"/>
            <a:ext cx="9906000" cy="163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14BC65-2E5F-B398-5456-7628350C7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283888"/>
            <a:ext cx="1323930" cy="1240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138D8-DD45-9824-DF39-802818BFE9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6891" y="691821"/>
            <a:ext cx="3978275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CBACB7-03E6-8CE7-06BD-FF653E60DC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6891" y="1409700"/>
            <a:ext cx="4086225" cy="1143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F05E86-02C4-94C2-C36F-2C14D9240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746580"/>
            <a:ext cx="8953501" cy="130956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candidate overview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5B93D-EB0A-88AC-FAAB-FB5791902C0A}"/>
              </a:ext>
            </a:extLst>
          </p:cNvPr>
          <p:cNvSpPr txBox="1"/>
          <p:nvPr userDrawn="1"/>
        </p:nvSpPr>
        <p:spPr>
          <a:xfrm>
            <a:off x="457200" y="4363456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5483FB-1309-5854-D004-4ACBCE130E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4572391"/>
            <a:ext cx="2852935" cy="7485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Expertise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E3B80D7-CAD0-E017-29AA-33C2BDC21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785733"/>
            <a:ext cx="2852934" cy="7133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Qualifications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94D1598-26AE-5126-E48B-2BE28E6AF7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0758" y="3338303"/>
            <a:ext cx="2857419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900503-9AAD-DB6F-2786-EE6A0937CA8B}"/>
              </a:ext>
            </a:extLst>
          </p:cNvPr>
          <p:cNvSpPr txBox="1"/>
          <p:nvPr userDrawn="1"/>
        </p:nvSpPr>
        <p:spPr>
          <a:xfrm>
            <a:off x="3500758" y="3143865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D0F6D-C69C-9676-B45B-0D66DCAFCC1A}"/>
              </a:ext>
            </a:extLst>
          </p:cNvPr>
          <p:cNvSpPr txBox="1"/>
          <p:nvPr userDrawn="1"/>
        </p:nvSpPr>
        <p:spPr>
          <a:xfrm>
            <a:off x="457200" y="5583047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1A513E-2AA1-08AB-0685-5F88741BE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2974" y="285429"/>
            <a:ext cx="877726" cy="253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6BBFA0-43CD-EAF1-5976-39D0CCFAE92C}"/>
              </a:ext>
            </a:extLst>
          </p:cNvPr>
          <p:cNvSpPr txBox="1"/>
          <p:nvPr userDrawn="1"/>
        </p:nvSpPr>
        <p:spPr>
          <a:xfrm>
            <a:off x="457200" y="3143865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9C8204B-8E10-5474-4467-570E5F5BA4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338303"/>
            <a:ext cx="2852936" cy="7485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Experience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6F37FA35-1794-59AA-DFB7-40F40B55F7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4316" y="3338303"/>
            <a:ext cx="2857419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F43894-3C6F-E7FF-6DB6-DF4D38A67E52}"/>
              </a:ext>
            </a:extLst>
          </p:cNvPr>
          <p:cNvSpPr txBox="1"/>
          <p:nvPr userDrawn="1"/>
        </p:nvSpPr>
        <p:spPr>
          <a:xfrm>
            <a:off x="6544316" y="3143865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7EC983F9-DBF0-EF81-9329-AC98014DEB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00758" y="5085915"/>
            <a:ext cx="2857419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3B283-0904-0387-06FC-E5CF54C79FFE}"/>
              </a:ext>
            </a:extLst>
          </p:cNvPr>
          <p:cNvSpPr txBox="1"/>
          <p:nvPr userDrawn="1"/>
        </p:nvSpPr>
        <p:spPr>
          <a:xfrm>
            <a:off x="3500758" y="4891477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4E5ED969-CFE1-6266-CDFB-3DBB0E5521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4316" y="5085915"/>
            <a:ext cx="2857419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B3A5A-206F-8A98-BAAB-26445D3F2740}"/>
              </a:ext>
            </a:extLst>
          </p:cNvPr>
          <p:cNvSpPr txBox="1"/>
          <p:nvPr userDrawn="1"/>
        </p:nvSpPr>
        <p:spPr>
          <a:xfrm>
            <a:off x="6544316" y="4891477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711906-86D3-B655-CC62-ABEFDAD36484}"/>
              </a:ext>
            </a:extLst>
          </p:cNvPr>
          <p:cNvCxnSpPr>
            <a:cxnSpLocks/>
          </p:cNvCxnSpPr>
          <p:nvPr userDrawn="1"/>
        </p:nvCxnSpPr>
        <p:spPr>
          <a:xfrm>
            <a:off x="3406588" y="3182884"/>
            <a:ext cx="0" cy="3468928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6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0349C8-7D23-2F4C-1AFB-5C4FF9AC90A8}"/>
              </a:ext>
            </a:extLst>
          </p:cNvPr>
          <p:cNvSpPr txBox="1"/>
          <p:nvPr userDrawn="1"/>
        </p:nvSpPr>
        <p:spPr>
          <a:xfrm>
            <a:off x="457200" y="899406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D3FDCE-71A9-EC13-6BD3-D135E4103C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16825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DF389F7-2240-79B5-6FB8-E0C4F6DA86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654300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2153FC-2D70-3EA7-F740-6E5BF52DE7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191775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8473B-1B5A-82D5-C25B-2D53BFE69AFA}"/>
              </a:ext>
            </a:extLst>
          </p:cNvPr>
          <p:cNvSpPr/>
          <p:nvPr userDrawn="1"/>
        </p:nvSpPr>
        <p:spPr>
          <a:xfrm>
            <a:off x="0" y="1"/>
            <a:ext cx="99060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FC6B9FA-E086-6A0B-986B-86BAEB03EB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2974" y="285429"/>
            <a:ext cx="877726" cy="25358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111B336-F22C-4DF3-0D34-6D0178F49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0662" y="1116825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653564C-04B9-2858-26F2-8859B2FF8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80662" y="2654300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0BCF600-A2C3-78E9-F484-FE6586D7B2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662" y="4191775"/>
            <a:ext cx="436814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8247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504386-4B5D-A4A3-0FB4-8513A529047A}"/>
              </a:ext>
            </a:extLst>
          </p:cNvPr>
          <p:cNvSpPr/>
          <p:nvPr userDrawn="1"/>
        </p:nvSpPr>
        <p:spPr>
          <a:xfrm>
            <a:off x="0" y="1"/>
            <a:ext cx="9906000" cy="163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14BC65-2E5F-B398-5456-7628350C7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283888"/>
            <a:ext cx="1323930" cy="1240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138D8-DD45-9824-DF39-802818BFE9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6891" y="691821"/>
            <a:ext cx="3978275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CBACB7-03E6-8CE7-06BD-FF653E60DC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6891" y="1409700"/>
            <a:ext cx="4086225" cy="1143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F05E86-02C4-94C2-C36F-2C14D9240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746580"/>
            <a:ext cx="8953501" cy="130956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candidate overview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5B93D-EB0A-88AC-FAAB-FB5791902C0A}"/>
              </a:ext>
            </a:extLst>
          </p:cNvPr>
          <p:cNvSpPr txBox="1"/>
          <p:nvPr userDrawn="1"/>
        </p:nvSpPr>
        <p:spPr>
          <a:xfrm>
            <a:off x="457200" y="4363456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5483FB-1309-5854-D004-4ACBCE130E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4572391"/>
            <a:ext cx="2852935" cy="7485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Expertise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E3B80D7-CAD0-E017-29AA-33C2BDC21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785733"/>
            <a:ext cx="2852934" cy="7133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Qualifications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D0F6D-C69C-9676-B45B-0D66DCAFCC1A}"/>
              </a:ext>
            </a:extLst>
          </p:cNvPr>
          <p:cNvSpPr txBox="1"/>
          <p:nvPr userDrawn="1"/>
        </p:nvSpPr>
        <p:spPr>
          <a:xfrm>
            <a:off x="457200" y="5583047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1A513E-2AA1-08AB-0685-5F88741BE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2974" y="285429"/>
            <a:ext cx="877726" cy="253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6BBFA0-43CD-EAF1-5976-39D0CCFAE92C}"/>
              </a:ext>
            </a:extLst>
          </p:cNvPr>
          <p:cNvSpPr txBox="1"/>
          <p:nvPr userDrawn="1"/>
        </p:nvSpPr>
        <p:spPr>
          <a:xfrm>
            <a:off x="457200" y="3143865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9C8204B-8E10-5474-4467-570E5F5BA4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338303"/>
            <a:ext cx="2852936" cy="7485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Experience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6F37FA35-1794-59AA-DFB7-40F40B55F7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84770" y="3338303"/>
            <a:ext cx="3416965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F43894-3C6F-E7FF-6DB6-DF4D38A67E52}"/>
              </a:ext>
            </a:extLst>
          </p:cNvPr>
          <p:cNvSpPr txBox="1"/>
          <p:nvPr userDrawn="1"/>
        </p:nvSpPr>
        <p:spPr>
          <a:xfrm>
            <a:off x="5984770" y="3143865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4E5ED969-CFE1-6266-CDFB-3DBB0E5521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84770" y="5085915"/>
            <a:ext cx="3416965" cy="142195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B3A5A-206F-8A98-BAAB-26445D3F2740}"/>
              </a:ext>
            </a:extLst>
          </p:cNvPr>
          <p:cNvSpPr txBox="1"/>
          <p:nvPr userDrawn="1"/>
        </p:nvSpPr>
        <p:spPr>
          <a:xfrm>
            <a:off x="5984770" y="4891477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711906-86D3-B655-CC62-ABEFDAD36484}"/>
              </a:ext>
            </a:extLst>
          </p:cNvPr>
          <p:cNvCxnSpPr>
            <a:cxnSpLocks/>
          </p:cNvCxnSpPr>
          <p:nvPr userDrawn="1"/>
        </p:nvCxnSpPr>
        <p:spPr>
          <a:xfrm>
            <a:off x="3406588" y="3182884"/>
            <a:ext cx="0" cy="3468928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3458D9-E34D-5E14-39E3-8C5C972C8E7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505200" y="3182938"/>
            <a:ext cx="2349559" cy="1577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71EE806-343A-37A7-7DD8-4C3B68048F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5200" y="4937125"/>
            <a:ext cx="2349559" cy="1577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541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0F2673-14CD-2052-5D2F-AB9619DAC2B8}"/>
              </a:ext>
            </a:extLst>
          </p:cNvPr>
          <p:cNvSpPr/>
          <p:nvPr userDrawn="1"/>
        </p:nvSpPr>
        <p:spPr>
          <a:xfrm>
            <a:off x="0" y="1"/>
            <a:ext cx="99060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3939069-12DF-7E6E-F77A-22A3C51516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2974" y="285429"/>
            <a:ext cx="877726" cy="253584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5528E5D-46DB-9BF7-C483-7A035EE757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16922" y="4940361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5BA7A7D0-CAB9-8B1F-E473-58E3BBDE971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198" y="4940362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4E3EDB-AEE0-9DCE-E3EE-C3CBC06FD6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1168524"/>
            <a:ext cx="8991602" cy="26385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Some key projects in which Name was heavily involved includes the following:</a:t>
            </a:r>
            <a:endParaRPr lang="en-A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140283-813B-1E9C-6C10-DC74AA764019}"/>
              </a:ext>
            </a:extLst>
          </p:cNvPr>
          <p:cNvSpPr txBox="1"/>
          <p:nvPr userDrawn="1"/>
        </p:nvSpPr>
        <p:spPr>
          <a:xfrm>
            <a:off x="457200" y="899406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5ACE83D-2A1B-1907-8C7F-682B80DB4F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12039" y="4940361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703F5FE-455D-2A5D-01E4-9BB5D19AAC7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52315" y="4940362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EA90496-529A-5C11-6CBC-F9B04326A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16922" y="1567667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2B7B6605-5B54-3492-8AD4-DDBC279E252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57198" y="1567668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1EA548B-AD27-0CF3-7EE1-D41DC705AB6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612039" y="1567667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64FBC3EB-73F7-06BC-FB26-C581D03F6F2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052315" y="1567668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B2A6C43-16D3-3D83-BAFA-1729F0E4447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16922" y="3254012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E6F9DC1A-F73E-ABF4-54FA-82D17076845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57198" y="3254013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B4D5A16-1059-E2CE-1455-E9BEEBA8B55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612039" y="3254012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AA7B817-C296-5BA4-FF4E-A9A0EFFC904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052315" y="3254013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831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14BC65-2E5F-B398-5456-7628350C7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800101"/>
            <a:ext cx="1866900" cy="17394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138D8-DD45-9824-DF39-802818BFE9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4600" y="820648"/>
            <a:ext cx="3978275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CBACB7-03E6-8CE7-06BD-FF653E60DC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4600" y="1523999"/>
            <a:ext cx="4086225" cy="1143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6F4FC1-7024-4E5D-DAE8-9880E489336B}"/>
              </a:ext>
            </a:extLst>
          </p:cNvPr>
          <p:cNvCxnSpPr/>
          <p:nvPr userDrawn="1"/>
        </p:nvCxnSpPr>
        <p:spPr>
          <a:xfrm>
            <a:off x="2514600" y="1800326"/>
            <a:ext cx="9144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F05E86-02C4-94C2-C36F-2C14D9240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981200"/>
            <a:ext cx="6896100" cy="10668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candidate overview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8344C9-4B12-169D-ACA9-8FF90A67EEE0}"/>
              </a:ext>
            </a:extLst>
          </p:cNvPr>
          <p:cNvCxnSpPr>
            <a:cxnSpLocks/>
          </p:cNvCxnSpPr>
          <p:nvPr userDrawn="1"/>
        </p:nvCxnSpPr>
        <p:spPr>
          <a:xfrm>
            <a:off x="457200" y="3182884"/>
            <a:ext cx="8953500" cy="0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6939BD-A5B5-EE59-2B12-7D3E44614AD2}"/>
              </a:ext>
            </a:extLst>
          </p:cNvPr>
          <p:cNvSpPr txBox="1"/>
          <p:nvPr userDrawn="1"/>
        </p:nvSpPr>
        <p:spPr>
          <a:xfrm>
            <a:off x="2514600" y="3320078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5B93D-EB0A-88AC-FAAB-FB5791902C0A}"/>
              </a:ext>
            </a:extLst>
          </p:cNvPr>
          <p:cNvSpPr txBox="1"/>
          <p:nvPr userDrawn="1"/>
        </p:nvSpPr>
        <p:spPr>
          <a:xfrm>
            <a:off x="457200" y="3320078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5483FB-1309-5854-D004-4ACBCE130E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529013"/>
            <a:ext cx="1866900" cy="1036637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FC1B79B-5A49-74BD-05CC-DA6F9DCB35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4600" y="3529012"/>
            <a:ext cx="6896100" cy="1036427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E3B80D7-CAD0-E017-29AA-33C2BDC216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4951413"/>
            <a:ext cx="1866900" cy="14361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94D1598-26AE-5126-E48B-2BE28E6AF7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14600" y="4951413"/>
            <a:ext cx="6896100" cy="14361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900503-9AAD-DB6F-2786-EE6A0937CA8B}"/>
              </a:ext>
            </a:extLst>
          </p:cNvPr>
          <p:cNvSpPr txBox="1"/>
          <p:nvPr userDrawn="1"/>
        </p:nvSpPr>
        <p:spPr>
          <a:xfrm>
            <a:off x="2514600" y="4756975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D0F6D-C69C-9676-B45B-0D66DCAFCC1A}"/>
              </a:ext>
            </a:extLst>
          </p:cNvPr>
          <p:cNvSpPr txBox="1"/>
          <p:nvPr userDrawn="1"/>
        </p:nvSpPr>
        <p:spPr>
          <a:xfrm>
            <a:off x="457200" y="4748728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17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0349C8-7D23-2F4C-1AFB-5C4FF9AC90A8}"/>
              </a:ext>
            </a:extLst>
          </p:cNvPr>
          <p:cNvSpPr txBox="1"/>
          <p:nvPr userDrawn="1"/>
        </p:nvSpPr>
        <p:spPr>
          <a:xfrm>
            <a:off x="457200" y="800100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D3FDCE-71A9-EC13-6BD3-D135E4103C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66915"/>
            <a:ext cx="89535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DF389F7-2240-79B5-6FB8-E0C4F6DA86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704390"/>
            <a:ext cx="89535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2153FC-2D70-3EA7-F740-6E5BF52DE7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241865"/>
            <a:ext cx="89535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353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14BC65-2E5F-B398-5456-7628350C7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800100"/>
            <a:ext cx="1866900" cy="17090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138D8-DD45-9824-DF39-802818BFE9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4600" y="820648"/>
            <a:ext cx="3978275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CBACB7-03E6-8CE7-06BD-FF653E60DC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4600" y="1523999"/>
            <a:ext cx="4086225" cy="1143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6F4FC1-7024-4E5D-DAE8-9880E489336B}"/>
              </a:ext>
            </a:extLst>
          </p:cNvPr>
          <p:cNvCxnSpPr/>
          <p:nvPr userDrawn="1"/>
        </p:nvCxnSpPr>
        <p:spPr>
          <a:xfrm>
            <a:off x="2514600" y="1800326"/>
            <a:ext cx="9144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F05E86-02C4-94C2-C36F-2C14D9240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981200"/>
            <a:ext cx="6896100" cy="10668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Insert candidate overview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8344C9-4B12-169D-ACA9-8FF90A67EEE0}"/>
              </a:ext>
            </a:extLst>
          </p:cNvPr>
          <p:cNvCxnSpPr>
            <a:cxnSpLocks/>
          </p:cNvCxnSpPr>
          <p:nvPr userDrawn="1"/>
        </p:nvCxnSpPr>
        <p:spPr>
          <a:xfrm>
            <a:off x="457200" y="3182884"/>
            <a:ext cx="8953500" cy="0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6939BD-A5B5-EE59-2B12-7D3E44614AD2}"/>
              </a:ext>
            </a:extLst>
          </p:cNvPr>
          <p:cNvSpPr txBox="1"/>
          <p:nvPr userDrawn="1"/>
        </p:nvSpPr>
        <p:spPr>
          <a:xfrm>
            <a:off x="2514600" y="3320078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5B93D-EB0A-88AC-FAAB-FB5791902C0A}"/>
              </a:ext>
            </a:extLst>
          </p:cNvPr>
          <p:cNvSpPr txBox="1"/>
          <p:nvPr userDrawn="1"/>
        </p:nvSpPr>
        <p:spPr>
          <a:xfrm>
            <a:off x="457200" y="3320078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5483FB-1309-5854-D004-4ACBCE130E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529013"/>
            <a:ext cx="1866900" cy="1036637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FC1B79B-5A49-74BD-05CC-DA6F9DCB35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4600" y="3529012"/>
            <a:ext cx="6896100" cy="1036427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E3B80D7-CAD0-E017-29AA-33C2BDC216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4951413"/>
            <a:ext cx="1866900" cy="14361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94D1598-26AE-5126-E48B-2BE28E6AF7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5318" y="4951413"/>
            <a:ext cx="5055382" cy="14361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900503-9AAD-DB6F-2786-EE6A0937CA8B}"/>
              </a:ext>
            </a:extLst>
          </p:cNvPr>
          <p:cNvSpPr txBox="1"/>
          <p:nvPr userDrawn="1"/>
        </p:nvSpPr>
        <p:spPr>
          <a:xfrm>
            <a:off x="4355318" y="4756975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D0F6D-C69C-9676-B45B-0D66DCAFCC1A}"/>
              </a:ext>
            </a:extLst>
          </p:cNvPr>
          <p:cNvSpPr txBox="1"/>
          <p:nvPr userDrawn="1"/>
        </p:nvSpPr>
        <p:spPr>
          <a:xfrm>
            <a:off x="457200" y="4748728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AAFF5-07B1-B9EE-3E27-D0F862A494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14600" y="4800636"/>
            <a:ext cx="1744663" cy="1587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0532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0349C8-7D23-2F4C-1AFB-5C4FF9AC90A8}"/>
              </a:ext>
            </a:extLst>
          </p:cNvPr>
          <p:cNvSpPr txBox="1"/>
          <p:nvPr userDrawn="1"/>
        </p:nvSpPr>
        <p:spPr>
          <a:xfrm>
            <a:off x="457200" y="800100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D3FDCE-71A9-EC13-6BD3-D135E4103C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1166915"/>
            <a:ext cx="68961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DF389F7-2240-79B5-6FB8-E0C4F6DA86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4600" y="2704390"/>
            <a:ext cx="68961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2153FC-2D70-3EA7-F740-6E5BF52DE7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14600" y="4241865"/>
            <a:ext cx="68961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371146-D3BF-CADE-1BBD-5E4863105A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166813"/>
            <a:ext cx="1866900" cy="139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A00A1C3-621F-20A4-0A62-A584BE7F9B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699982"/>
            <a:ext cx="1866900" cy="139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6ACA53D-9CF5-7C2D-EE07-B8E70E421A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4233151"/>
            <a:ext cx="1866900" cy="139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725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26671" y="1529200"/>
            <a:ext cx="6822130" cy="1179575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FBF7BA-19B7-15EF-5AF0-8FCA31563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7198" y="1529201"/>
            <a:ext cx="2169472" cy="1179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1D177E-9C0D-B31F-6B0C-699343DCEC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26671" y="2790211"/>
            <a:ext cx="6822130" cy="1179575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371E453-F007-5A9D-7349-57227F54C3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198" y="2790212"/>
            <a:ext cx="2169472" cy="1179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5528E5D-46DB-9BF7-C483-7A035EE757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26671" y="4051222"/>
            <a:ext cx="6822130" cy="1179575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5BA7A7D0-CAB9-8B1F-E473-58E3BBDE971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198" y="4051224"/>
            <a:ext cx="2169472" cy="1179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C86389A-39F5-4D25-22FD-27E97AF2EA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626671" y="5312231"/>
            <a:ext cx="6822130" cy="1179575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C357F37-35C8-840F-C8C0-3B692D2D4B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198" y="5312233"/>
            <a:ext cx="2169472" cy="1179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4E3EDB-AEE0-9DCE-E3EE-C3CBC06FD6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1168524"/>
            <a:ext cx="8991602" cy="26385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Some key projects in which Name was heavily involved includes the following:</a:t>
            </a: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D5B6F-DB45-44F1-AF7C-834736E0777E}"/>
              </a:ext>
            </a:extLst>
          </p:cNvPr>
          <p:cNvSpPr txBox="1"/>
          <p:nvPr userDrawn="1"/>
        </p:nvSpPr>
        <p:spPr>
          <a:xfrm>
            <a:off x="457200" y="800100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4E3EDB-AEE0-9DCE-E3EE-C3CBC06FD6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1168524"/>
            <a:ext cx="8991602" cy="26385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Some key projects in which Name was heavily involved includes the following:</a:t>
            </a: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D5B6F-DB45-44F1-AF7C-834736E0777E}"/>
              </a:ext>
            </a:extLst>
          </p:cNvPr>
          <p:cNvSpPr txBox="1"/>
          <p:nvPr userDrawn="1"/>
        </p:nvSpPr>
        <p:spPr>
          <a:xfrm>
            <a:off x="457200" y="800100"/>
            <a:ext cx="155972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B552626-F0D9-B4B9-BD49-0B99BEA7CE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16922" y="4940361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1F68C131-4B44-7FBE-4A4F-1444BD35FAC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198" y="4940362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E09E225-0630-B232-868C-C5613313648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12039" y="4940361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6E45FC54-7A3F-9212-C1CD-0961F029DF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52315" y="4940362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C20B770-C8E8-29D2-2044-33F1CCE0B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16922" y="1567667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7FAB8B24-71E1-EE4B-926E-68FA6C906D3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57198" y="1567668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0E8FBDD-694A-A090-2D5F-1E01F3D20A7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612039" y="1567667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797E91C8-B62D-8B73-080A-45442C93C91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052315" y="1567668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99AE169-415D-5E95-E773-060D5C543C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16922" y="3254012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B943C28E-38DB-9626-C0A3-870ECA9453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57198" y="3254013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414490F-0597-4E19-3423-7A6535962EF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612039" y="3254012"/>
            <a:ext cx="2836765" cy="1568864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/>
          <a:lstStyle>
            <a:lvl1pPr marL="0" marR="0" indent="0" algn="l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46483A19-3D22-958A-FC01-A6F1AC737B2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052315" y="3254013"/>
            <a:ext cx="1559724" cy="156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4905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85CC7-3AEA-70D0-5F5A-ED84A7BE7FD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477" y="285716"/>
            <a:ext cx="877726" cy="25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149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4" r:id="rId3"/>
    <p:sldLayoutId id="2147483692" r:id="rId4"/>
    <p:sldLayoutId id="2147483686" r:id="rId5"/>
    <p:sldLayoutId id="2147483687" r:id="rId6"/>
    <p:sldLayoutId id="2147483695" r:id="rId7"/>
    <p:sldLayoutId id="2147483696" r:id="rId8"/>
    <p:sldLayoutId id="2147483691" r:id="rId9"/>
    <p:sldLayoutId id="214748369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orient="horz" pos="4104" userDrawn="1">
          <p15:clr>
            <a:srgbClr val="F26B43"/>
          </p15:clr>
        </p15:guide>
        <p15:guide id="4" pos="5928" userDrawn="1">
          <p15:clr>
            <a:srgbClr val="F26B43"/>
          </p15:clr>
        </p15:guide>
        <p15:guide id="5" orient="horz" pos="888" userDrawn="1">
          <p15:clr>
            <a:srgbClr val="F26B43"/>
          </p15:clr>
        </p15:guide>
        <p15:guide id="6" orient="horz" pos="960" userDrawn="1">
          <p15:clr>
            <a:srgbClr val="F26B43"/>
          </p15:clr>
        </p15:guide>
        <p15:guide id="7" orient="horz" pos="1032" userDrawn="1">
          <p15:clr>
            <a:srgbClr val="F26B43"/>
          </p15:clr>
        </p15:guide>
        <p15:guide id="8" orient="horz" pos="1248" userDrawn="1">
          <p15:clr>
            <a:srgbClr val="F26B43"/>
          </p15:clr>
        </p15:guide>
        <p15:guide id="9" orient="horz" pos="1920" userDrawn="1">
          <p15:clr>
            <a:srgbClr val="F26B43"/>
          </p15:clr>
        </p15:guide>
        <p15:guide id="10" orient="horz" pos="2112" userDrawn="1">
          <p15:clr>
            <a:srgbClr val="F26B43"/>
          </p15:clr>
        </p15:guide>
        <p15:guide id="11" pos="1464" userDrawn="1">
          <p15:clr>
            <a:srgbClr val="F26B43"/>
          </p15:clr>
        </p15:guide>
        <p15:guide id="12" pos="158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63D7164-DBCF-359E-33E5-A72AAA21CE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r>
              <a:t>{{profile_photo}}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26BCB-0903-6702-B6C8-45B094B754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{{name}}</a:t>
            </a: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4149A-EC7F-5A5E-28A3-D4271061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{{role}}</a:t>
            </a:r>
            <a:endParaRPr lang="en-A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D9259A1-417A-6292-CA74-0F8EACBEE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{{overview}}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97B042-0F15-CD0C-8706-414571F1C7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{{key_expertise}}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9A22ED-8AD3-3601-6AF9-BE5EB2EB9F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{{qualifications}}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4DB9B9-3F23-91A2-F227-6840806FE3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{{front_project_1}}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C936AA-8548-AEE2-4CEC-0F936633C6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{{experience}}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65F4D0-1EA4-ED76-386E-4F9FFBE1EF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{{front_project_2}}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76821F-036D-BECC-B054-6CD878C156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{{front_project_3}}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1B57ECC-C7A4-C86A-F061-89A0F45690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{{front_project_4}}</a:t>
            </a:r>
          </a:p>
        </p:txBody>
      </p:sp>
    </p:spTree>
    <p:extLst>
      <p:ext uri="{BB962C8B-B14F-4D97-AF65-F5344CB8AC3E}">
        <p14:creationId xmlns:p14="http://schemas.microsoft.com/office/powerpoint/2010/main" val="224723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CA313-1056-7061-AD2F-4C1ED740C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{{project_card_1}}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C8681-1711-77E4-5657-2742F52F75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{{project_card_2}}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6C4E0-26D6-9AC1-931F-471F2A92B5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{{project_card_3}}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92A36-5E83-C32E-2948-93418E3D8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{{project_card_4}}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9B087A-AE09-E369-55E5-55E8F711A3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{{project_card_5}}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46440C-26FD-DB70-9A94-DE8BD65426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{{project_card_6}}</a:t>
            </a:r>
          </a:p>
        </p:txBody>
      </p:sp>
    </p:spTree>
    <p:extLst>
      <p:ext uri="{BB962C8B-B14F-4D97-AF65-F5344CB8AC3E}">
        <p14:creationId xmlns:p14="http://schemas.microsoft.com/office/powerpoint/2010/main" val="188190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B0FFD8-EA7C-E312-1D25-3787E05454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r>
              <a:t>{{profile_photo}}</a:t>
            </a:r>
            <a:endParaRPr lang="en-A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44329-AD89-D63E-740E-F208DCBCAF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{{name}}</a:t>
            </a:r>
            <a:endParaRPr lang="en-A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24FE4D-2C58-F2AC-9510-CBAD6B413C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{{role}}</a:t>
            </a:r>
            <a:endParaRPr lang="en-A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74317C-7F48-BDCF-7AC9-BFB185EC57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{{overview}}</a:t>
            </a:r>
            <a:endParaRPr lang="en-A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AF6203-31C1-4A5B-A370-C534CF3F92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{{key_expertise}}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3D382E3-B063-82CD-D345-433FF7F051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{{experience}}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32FFECE-5316-9B88-03E5-8C96AD294F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{{qualifications}}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16F4F00-F2A7-4FF7-5EFB-13327E16D8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{{front_project_1}}</a:t>
            </a:r>
          </a:p>
        </p:txBody>
      </p:sp>
    </p:spTree>
    <p:extLst>
      <p:ext uri="{BB962C8B-B14F-4D97-AF65-F5344CB8AC3E}">
        <p14:creationId xmlns:p14="http://schemas.microsoft.com/office/powerpoint/2010/main" val="6096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BC1145-EFE9-BA56-F2D8-C137AD840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{{project_wide_1}}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7A2D3-21E8-14FE-CE87-DD8DBFDED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{{project_wide_2}}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8212F-EFBE-C14A-8D3A-199FA9DF66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{{project_wide_3}}</a:t>
            </a:r>
          </a:p>
        </p:txBody>
      </p:sp>
    </p:spTree>
    <p:extLst>
      <p:ext uri="{BB962C8B-B14F-4D97-AF65-F5344CB8AC3E}">
        <p14:creationId xmlns:p14="http://schemas.microsoft.com/office/powerpoint/2010/main" val="3149318245"/>
      </p:ext>
    </p:extLst>
  </p:cSld>
  <p:clrMapOvr>
    <a:masterClrMapping/>
  </p:clrMapOvr>
</p:sld>
</file>

<file path=ppt/theme/theme1.xml><?xml version="1.0" encoding="utf-8"?>
<a:theme xmlns:a="http://schemas.openxmlformats.org/drawingml/2006/main" name="AESG">
  <a:themeElements>
    <a:clrScheme name="AESG Colour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8C95"/>
      </a:accent1>
      <a:accent2>
        <a:srgbClr val="343741"/>
      </a:accent2>
      <a:accent3>
        <a:srgbClr val="6D2077"/>
      </a:accent3>
      <a:accent4>
        <a:srgbClr val="FFC72C"/>
      </a:accent4>
      <a:accent5>
        <a:srgbClr val="DA291C"/>
      </a:accent5>
      <a:accent6>
        <a:srgbClr val="000000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SG" id="{9ACEA575-416F-4D35-AA45-BF7EA1E86AB5}" vid="{F5927DAE-3F11-43A0-A322-9D73678372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868</Words>
  <Application>Microsoft Office PowerPoint</Application>
  <PresentationFormat>A4 Paper (210x297 mm)</PresentationFormat>
  <Paragraphs>93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Verdana</vt:lpstr>
      <vt:lpstr>AESG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AESG</dc:creator>
  <cp:lastModifiedBy>AESG</cp:lastModifiedBy>
  <cp:revision>4</cp:revision>
  <dcterms:created xsi:type="dcterms:W3CDTF">2026-06-10T09:40:11Z</dcterms:created>
  <dcterms:modified xsi:type="dcterms:W3CDTF">2026-07-09T04:13:08Z</dcterms:modified>
</cp:coreProperties>
</file>